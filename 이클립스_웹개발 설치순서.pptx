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4" r:id="rId9"/>
    <p:sldId id="265" r:id="rId10"/>
    <p:sldId id="266" r:id="rId11"/>
    <p:sldId id="271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5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B077B-66A5-40B7-80C2-B469E5EFB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B73B0B-9677-47F4-AF0B-F2729C5C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ED1272-3D7A-4748-A8E7-694DBC19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2425B5-8DAE-446B-9A78-82B7EB235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C8E16E-CB4F-4867-9D00-628BFCC9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33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EED56-906E-443C-BCFF-3A092A514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5E4DF-8CCE-4193-8BC6-36E902C64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F17A9-2E7E-44C2-BF0C-09788C95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0025B-145A-45BD-B1F2-3EC0B234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A8A100-7019-4572-AD1D-E6281E02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51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51BA7-AAFD-4006-AC80-03EFDF18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15FC1-8636-4851-8F43-167485122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DD5C89-E49A-4FD3-B768-B129A773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F37CE-A287-4189-B2F5-6C66412F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3EC7DF-EF32-4891-8237-B4F3DAB0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49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EA8AD-D369-40D1-A3E8-36E3E18F1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2F5A7-1DF3-475D-AE63-3736FC442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DDCD5A-E977-4B57-8898-15B9317BA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7D7AF8-2EF0-4D31-8098-28CA0B8A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AAAB97-2620-4280-8313-F5FB511A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DF9096-0F52-4116-8767-C805558A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15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5D428-52D2-43FA-82BE-5A65F3A6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BD6273-1920-45F7-ADE1-FFE4C74EB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4A3FAD-8E57-4794-A13D-3DC7AEA1B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059979-52A2-4728-9966-DB72A3418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6866C1-734B-431E-A99A-42145A2B9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D7AAD4-3958-4D5E-B78A-5F79D47A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83082C-F419-482C-908F-A98BA392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BB18D5-6267-428D-9A72-27C491A1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14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A4871-B948-44F3-A195-D96A0835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D6168A-0D9D-4611-B243-07D7220F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D51449-8915-44FF-9C70-31528C59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0D2A3-C161-44EB-B4F6-96B1199D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24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82BEA-3F09-4C23-A5F9-24E23362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A58F25-8A72-4AC3-8BA1-90CEFA9F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CDBF2-39B5-4E7B-90FF-C0E8F2F8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0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A91DD-C9FA-4D64-B0F6-2D444044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752AEE-C426-41A3-95DD-659EBAB30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EE6CEF-5777-4C2E-A05A-13EBB5218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4A3732-97D5-4995-BF36-EFC03798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BC854E-15B1-4756-A209-2349786E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4F9D8D-11BB-4239-A8B5-4E676834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6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15058-9AD8-4A4B-9A9F-65E113AE0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45B027-47EC-4EB0-9379-053114B49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F8D285-668C-40C6-8CEE-BC8E083C3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E9108D-7413-4A70-A620-E70D0B73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17677F-3E61-4A34-A573-68A98BF07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5FDDCE-8677-4311-9E23-31B92B33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3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BE52C-12BF-4FE3-A7C0-076A1025F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F41FEF-9E70-4236-8148-10470E9E8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889698-DDA8-47CB-8E49-CFF69BDCE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078E1C-00DB-42FA-A657-A78FE6C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451F7-2D40-4E3D-A39D-4DEDD32E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85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871FDC-6299-4B88-AB7E-4BF05175A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4592BA-42FD-424B-884A-613F653AE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1D40A8-D446-41E3-85C3-60F85593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7B5737-31F7-490B-810F-47BE4616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67F8A-59A0-489E-983C-E437875B7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21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6EFBBE-C4A7-4458-B412-C3D3C217C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237E9-E59F-4255-B15F-71BE82C7C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676989-AEF6-427F-BB49-E17D6CA28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88005-3601-4C50-9326-6520DA424365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897019-5089-49D9-90E1-B179749EF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AE564C-356C-494F-832B-7F59BF250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298C-73FD-47B1-AB2E-FF5357BC83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2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#license-lightbox" TargetMode="External"/><Relationship Id="rId2" Type="http://schemas.openxmlformats.org/officeDocument/2006/relationships/hyperlink" Target="https://www.oracle.com/java/technologies/javase/javase-jdk8-download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clipse.org/downloads/packages/release/2019-09/r" TargetMode="External"/><Relationship Id="rId4" Type="http://schemas.openxmlformats.org/officeDocument/2006/relationships/hyperlink" Target="https://tomcat.apache.org/download-80.cgi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BF1D7-911F-44C1-8F39-C8D39EF12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JAVA Web </a:t>
            </a:r>
            <a:r>
              <a:rPr lang="ko-KR" altLang="en-US" dirty="0"/>
              <a:t>개발환경구축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395251-4C2F-4ECA-B2BC-87348A92B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26200"/>
          </a:xfrm>
        </p:spPr>
        <p:txBody>
          <a:bodyPr>
            <a:normAutofit fontScale="92500" lnSpcReduction="10000"/>
          </a:bodyPr>
          <a:lstStyle/>
          <a:p>
            <a:endParaRPr lang="en-US" altLang="ko-KR" dirty="0"/>
          </a:p>
          <a:p>
            <a:pPr marL="457200" indent="-457200" algn="r">
              <a:buAutoNum type="arabicPeriod"/>
            </a:pPr>
            <a:r>
              <a:rPr lang="en-US" altLang="ko-KR" dirty="0" err="1"/>
              <a:t>Jdk</a:t>
            </a:r>
            <a:r>
              <a:rPr lang="en-US" altLang="ko-KR" dirty="0"/>
              <a:t> </a:t>
            </a:r>
            <a:r>
              <a:rPr lang="ko-KR" altLang="en-US" dirty="0"/>
              <a:t>파일다운 및 환경설정</a:t>
            </a:r>
            <a:endParaRPr lang="en-US" altLang="ko-KR" dirty="0"/>
          </a:p>
          <a:p>
            <a:pPr marL="457200" indent="-457200" algn="r">
              <a:buAutoNum type="arabicPeriod"/>
            </a:pPr>
            <a:r>
              <a:rPr lang="en-US" altLang="ko-KR" dirty="0"/>
              <a:t>Tomcat </a:t>
            </a:r>
            <a:r>
              <a:rPr lang="ko-KR" altLang="en-US" dirty="0"/>
              <a:t>파일다운</a:t>
            </a:r>
            <a:endParaRPr lang="en-US" altLang="ko-KR" dirty="0"/>
          </a:p>
          <a:p>
            <a:pPr marL="457200" indent="-457200" algn="r">
              <a:buAutoNum type="arabicPeriod"/>
            </a:pPr>
            <a:r>
              <a:rPr lang="ko-KR" altLang="en-US" dirty="0"/>
              <a:t>이클립스 파일다운</a:t>
            </a:r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교사 최선경</a:t>
            </a:r>
          </a:p>
        </p:txBody>
      </p:sp>
    </p:spTree>
    <p:extLst>
      <p:ext uri="{BB962C8B-B14F-4D97-AF65-F5344CB8AC3E}">
        <p14:creationId xmlns:p14="http://schemas.microsoft.com/office/powerpoint/2010/main" val="371700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5B550-E712-4391-90D0-55B35BB2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링크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0E8CB8-5C9A-44B3-A072-A9307F528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en-US" altLang="ko-KR" dirty="0"/>
            </a:b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1. JDK (Java Development Kit)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 Java SE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개발 키트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8u321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 </a:t>
            </a:r>
            <a:r>
              <a:rPr lang="en-US" altLang="ko-KR" b="0" i="0" dirty="0">
                <a:effectLst/>
                <a:latin typeface="Roboto" panose="020B0604020202020204" pitchFamily="2" charset="0"/>
                <a:hlinkClick r:id="rId2"/>
              </a:rPr>
              <a:t>https://www.oracle.com/java/technologies/javase/javase-jdk8-downloads.html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 Windows x64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설치파일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: </a:t>
            </a:r>
            <a:r>
              <a:rPr lang="en-US" altLang="ko-KR" b="0" i="0" u="sng" dirty="0">
                <a:solidFill>
                  <a:srgbClr val="006B8F"/>
                </a:solidFill>
                <a:effectLst/>
                <a:latin typeface="OracleSansVF"/>
                <a:hlinkClick r:id="rId3"/>
              </a:rPr>
              <a:t>jdk-8u321-windows-x64.exe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 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2. </a:t>
            </a:r>
            <a:r>
              <a:rPr lang="ko-KR" altLang="en-US" b="0" i="0" dirty="0" err="1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톰캣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(Tomcat)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 Apache Tomcat®-Apache Tomcat 8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소프트웨어 다운로드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 </a:t>
            </a:r>
            <a:r>
              <a:rPr lang="en-US" altLang="ko-KR" b="0" i="0" dirty="0">
                <a:effectLst/>
                <a:latin typeface="Roboto" panose="020B0604020202020204" pitchFamily="2" charset="0"/>
                <a:hlinkClick r:id="rId4"/>
              </a:rPr>
              <a:t>https://tomcat.apache.org/download-80.cgi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- 64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비트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Windows zip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파일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: apache-tomcat-8.5.76-windows-x64.zip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 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3.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이클립스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(Eclipse)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이클립스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2019-09 (R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패키지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: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안정화 버전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)</a:t>
            </a:r>
            <a:br>
              <a:rPr lang="ko-KR" altLang="en-US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 </a:t>
            </a:r>
            <a:r>
              <a:rPr lang="en-US" altLang="ko-KR" b="0" i="0" dirty="0">
                <a:effectLst/>
                <a:latin typeface="Roboto" panose="020B0604020202020204" pitchFamily="2" charset="0"/>
                <a:hlinkClick r:id="rId5"/>
              </a:rPr>
              <a:t>https://www.eclipse.org/downloads/packages/release/2019-09/r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 Enterprise Java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개발자를 위한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Eclipse IDE</a:t>
            </a:r>
            <a:br>
              <a:rPr lang="en-US" altLang="ko-KR" dirty="0"/>
            </a:b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- Windows zip </a:t>
            </a:r>
            <a:r>
              <a:rPr lang="ko-KR" altLang="en-US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파일 </a:t>
            </a:r>
            <a:r>
              <a:rPr lang="en-US" altLang="ko-KR" b="0" i="0" dirty="0">
                <a:solidFill>
                  <a:srgbClr val="3C4043"/>
                </a:solidFill>
                <a:effectLst/>
                <a:latin typeface="Roboto" panose="020B0604020202020204" pitchFamily="2" charset="0"/>
              </a:rPr>
              <a:t>: eclipse-jee-2019-09-R-win32-x86_64.zip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230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923E0-21C8-4A65-BC35-D261F993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Jdk</a:t>
            </a:r>
            <a:r>
              <a:rPr lang="en-US" altLang="ko-KR" dirty="0"/>
              <a:t> </a:t>
            </a:r>
            <a:r>
              <a:rPr lang="ko-KR" altLang="en-US" dirty="0"/>
              <a:t>파일다운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993FFF-6A35-4542-B402-E2B0E6692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6284"/>
            <a:ext cx="10387247" cy="5591907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8306BE4-E4DB-4B8A-B50C-7DF80CD439DA}"/>
              </a:ext>
            </a:extLst>
          </p:cNvPr>
          <p:cNvSpPr/>
          <p:nvPr/>
        </p:nvSpPr>
        <p:spPr>
          <a:xfrm>
            <a:off x="7719646" y="6005146"/>
            <a:ext cx="2145323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0163C56-C91F-45AF-BED0-94A55344890C}"/>
              </a:ext>
            </a:extLst>
          </p:cNvPr>
          <p:cNvSpPr/>
          <p:nvPr/>
        </p:nvSpPr>
        <p:spPr>
          <a:xfrm>
            <a:off x="2658210" y="4598377"/>
            <a:ext cx="981805" cy="307731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E27EF42-61AB-40ED-8C5D-6F666EBE2E7D}"/>
              </a:ext>
            </a:extLst>
          </p:cNvPr>
          <p:cNvSpPr/>
          <p:nvPr/>
        </p:nvSpPr>
        <p:spPr>
          <a:xfrm>
            <a:off x="838200" y="1559169"/>
            <a:ext cx="762000" cy="307731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65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9D8A2-DF93-4DF6-9E28-FB2600CA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4683369" cy="1022473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오라클 로그인이 필요할 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5DE5DD-BC5E-423A-B86A-696AEDD49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4443"/>
            <a:ext cx="4358054" cy="40091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B176A5B-F6F6-4A5C-A917-4CE121178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998" y="1424443"/>
            <a:ext cx="5891198" cy="39103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6383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C9B90CA-648B-4C79-85ED-F43832DDA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6" y="801250"/>
            <a:ext cx="2996986" cy="22825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227D08F1-91B1-4099-B4AE-3CB79386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823" y="38284"/>
            <a:ext cx="4683369" cy="1022473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설치 및 </a:t>
            </a:r>
            <a:r>
              <a:rPr lang="ko-KR" altLang="en-US" sz="24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설치후</a:t>
            </a:r>
            <a:r>
              <a:rPr lang="ko-KR" altLang="en-US" sz="24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확인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4B60B12-CA3E-46CF-BEE3-1663B83CD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421" y="3429000"/>
            <a:ext cx="7255365" cy="2851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B2987C8-75DF-499F-87C2-F1C1B885FE05}"/>
              </a:ext>
            </a:extLst>
          </p:cNvPr>
          <p:cNvSpPr/>
          <p:nvPr/>
        </p:nvSpPr>
        <p:spPr>
          <a:xfrm>
            <a:off x="3871548" y="4976446"/>
            <a:ext cx="1342292" cy="307731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40606B5-F9D3-4B12-82BC-3864F91EC200}"/>
              </a:ext>
            </a:extLst>
          </p:cNvPr>
          <p:cNvSpPr/>
          <p:nvPr/>
        </p:nvSpPr>
        <p:spPr>
          <a:xfrm>
            <a:off x="3856894" y="5550871"/>
            <a:ext cx="1342292" cy="307731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161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322CC-DD57-4F19-A857-4CE4BFA9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1_1. </a:t>
            </a:r>
            <a:r>
              <a:rPr lang="ko-KR" altLang="en-US" dirty="0"/>
              <a:t>시스템환경변수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78AAB-6A8A-4B4F-98B0-E57DF599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4" y="1908261"/>
            <a:ext cx="5036561" cy="41114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FB1B95F-5742-48AA-9CB0-D3E54789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64787"/>
            <a:ext cx="4415611" cy="5057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238ABB7-1DDB-4021-926C-3643991631FD}"/>
              </a:ext>
            </a:extLst>
          </p:cNvPr>
          <p:cNvSpPr/>
          <p:nvPr/>
        </p:nvSpPr>
        <p:spPr>
          <a:xfrm>
            <a:off x="8581293" y="5384713"/>
            <a:ext cx="1871826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E54DC30-05B7-499E-BEDF-1B437CCA6724}"/>
              </a:ext>
            </a:extLst>
          </p:cNvPr>
          <p:cNvSpPr/>
          <p:nvPr/>
        </p:nvSpPr>
        <p:spPr>
          <a:xfrm>
            <a:off x="817243" y="5776546"/>
            <a:ext cx="1556679" cy="307731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21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794DB54-E003-4EA0-B9D6-EC00EF6F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14" y="905609"/>
            <a:ext cx="5566686" cy="543364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F5B8A9-BF42-443F-A791-1A65AB663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323" y="1701868"/>
            <a:ext cx="8616461" cy="2238842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7F80EF3-3B73-4DDB-AED3-221A37DE3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823" y="7508"/>
            <a:ext cx="5738446" cy="1022473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JAVA_HOME </a:t>
            </a:r>
            <a:r>
              <a:rPr lang="ko-KR" altLang="en-US" sz="2400" dirty="0" err="1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새로만들기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또는 편집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41AE0C-C24F-4AD0-8BCA-1BDA102018D5}"/>
              </a:ext>
            </a:extLst>
          </p:cNvPr>
          <p:cNvSpPr/>
          <p:nvPr/>
        </p:nvSpPr>
        <p:spPr>
          <a:xfrm>
            <a:off x="1204545" y="4525954"/>
            <a:ext cx="1479103" cy="38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BC847F1-B548-416B-9F8E-87B9F044180C}"/>
              </a:ext>
            </a:extLst>
          </p:cNvPr>
          <p:cNvSpPr/>
          <p:nvPr/>
        </p:nvSpPr>
        <p:spPr>
          <a:xfrm>
            <a:off x="8062546" y="3323492"/>
            <a:ext cx="1389184" cy="4923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192C50D-3B3B-4E08-96E6-A2B78AD6C815}"/>
              </a:ext>
            </a:extLst>
          </p:cNvPr>
          <p:cNvSpPr/>
          <p:nvPr/>
        </p:nvSpPr>
        <p:spPr>
          <a:xfrm>
            <a:off x="3722076" y="2285596"/>
            <a:ext cx="3206261" cy="1037895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A8C050F-97FA-4ECB-85D6-F6BAE40EC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515" y="131426"/>
            <a:ext cx="7578969" cy="6595148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88B54F2-2BAC-497B-85FC-250A5170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823" y="7508"/>
            <a:ext cx="5284177" cy="1022473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Path 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추가 및 편집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E16F0E6-F0C6-4A90-B14A-7CC824B4517B}"/>
              </a:ext>
            </a:extLst>
          </p:cNvPr>
          <p:cNvSpPr/>
          <p:nvPr/>
        </p:nvSpPr>
        <p:spPr>
          <a:xfrm>
            <a:off x="9390183" y="5671040"/>
            <a:ext cx="1143001" cy="4636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3614738-F34A-4A08-A0EE-B646556AE514}"/>
              </a:ext>
            </a:extLst>
          </p:cNvPr>
          <p:cNvSpPr/>
          <p:nvPr/>
        </p:nvSpPr>
        <p:spPr>
          <a:xfrm>
            <a:off x="5638799" y="3900853"/>
            <a:ext cx="3417277" cy="378072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69B91BA-14F0-460F-B362-66D19B7AF1C3}"/>
              </a:ext>
            </a:extLst>
          </p:cNvPr>
          <p:cNvSpPr/>
          <p:nvPr/>
        </p:nvSpPr>
        <p:spPr>
          <a:xfrm>
            <a:off x="4489939" y="3593990"/>
            <a:ext cx="759070" cy="284287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48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B546B3-AF35-4723-9D27-BAB64BFB0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09" y="790483"/>
            <a:ext cx="4896533" cy="2600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12D4CC3-7DAC-4DFB-AB75-245DD512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886" y="3466830"/>
            <a:ext cx="6725854" cy="3060924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3036C2E6-D356-49FA-BFAC-5BA33900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823" y="7508"/>
            <a:ext cx="3408485" cy="1022473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윈도우 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R</a:t>
            </a:r>
            <a:endParaRPr lang="ko-KR" altLang="en-US" sz="2400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17A272-D4BC-4F4A-A57D-2EB9BCD9D7A3}"/>
              </a:ext>
            </a:extLst>
          </p:cNvPr>
          <p:cNvSpPr/>
          <p:nvPr/>
        </p:nvSpPr>
        <p:spPr>
          <a:xfrm>
            <a:off x="4548554" y="4360585"/>
            <a:ext cx="6652847" cy="1037895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45EE1A95-66EE-463B-B96F-771BF0E83BE4}"/>
              </a:ext>
            </a:extLst>
          </p:cNvPr>
          <p:cNvSpPr txBox="1">
            <a:spLocks/>
          </p:cNvSpPr>
          <p:nvPr/>
        </p:nvSpPr>
        <p:spPr>
          <a:xfrm>
            <a:off x="7312268" y="1980189"/>
            <a:ext cx="3408485" cy="141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Java –version </a:t>
            </a:r>
            <a:b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endParaRPr lang="en-US" altLang="ko-KR" sz="2400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내가 설치한 버전 확인</a:t>
            </a:r>
          </a:p>
        </p:txBody>
      </p:sp>
    </p:spTree>
    <p:extLst>
      <p:ext uri="{BB962C8B-B14F-4D97-AF65-F5344CB8AC3E}">
        <p14:creationId xmlns:p14="http://schemas.microsoft.com/office/powerpoint/2010/main" val="3560901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1B7C6D-31DD-4CF1-806C-4BFFF2F82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96227" cy="66381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A22E1D-AF04-4051-A901-E23678AE3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872" y="1701863"/>
            <a:ext cx="3250836" cy="4087513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638C6CE-6B25-4941-AA07-2764D3960499}"/>
              </a:ext>
            </a:extLst>
          </p:cNvPr>
          <p:cNvSpPr/>
          <p:nvPr/>
        </p:nvSpPr>
        <p:spPr>
          <a:xfrm>
            <a:off x="2338757" y="6013941"/>
            <a:ext cx="2206865" cy="2813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FBD5FF49-6C5A-47B2-B99A-C42C61C79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872" y="0"/>
            <a:ext cx="4516928" cy="1325563"/>
          </a:xfrm>
        </p:spPr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2. </a:t>
            </a:r>
            <a:r>
              <a:rPr lang="ko-KR" altLang="en-US" dirty="0" err="1">
                <a:solidFill>
                  <a:schemeClr val="accent6">
                    <a:lumMod val="75000"/>
                  </a:schemeClr>
                </a:solidFill>
              </a:rPr>
              <a:t>톰캣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 파일다운</a:t>
            </a:r>
          </a:p>
        </p:txBody>
      </p:sp>
    </p:spTree>
    <p:extLst>
      <p:ext uri="{BB962C8B-B14F-4D97-AF65-F5344CB8AC3E}">
        <p14:creationId xmlns:p14="http://schemas.microsoft.com/office/powerpoint/2010/main" val="184363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6C945B3-EA1E-40FA-A1EC-5FAADBBC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8652704" cy="6875584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DD4CF4E2-11CA-4BB3-928C-53AB49A7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973" y="3149722"/>
            <a:ext cx="5802923" cy="1325563"/>
          </a:xfrm>
        </p:spPr>
        <p:txBody>
          <a:bodyPr/>
          <a:lstStyle/>
          <a:p>
            <a:r>
              <a:rPr lang="en-US" altLang="ko-KR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ko-KR" alt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이클립스 파일다운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8261576-59E8-4314-9C9D-6D6CC8675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173" y="1234122"/>
            <a:ext cx="3574614" cy="35524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27BB123-CC3C-44A0-A446-29C147799A25}"/>
              </a:ext>
            </a:extLst>
          </p:cNvPr>
          <p:cNvSpPr/>
          <p:nvPr/>
        </p:nvSpPr>
        <p:spPr>
          <a:xfrm>
            <a:off x="6673362" y="4900675"/>
            <a:ext cx="1979342" cy="2989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555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FD046A9-88EF-4639-B100-2F7A396EC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150" y="1732084"/>
            <a:ext cx="4839358" cy="43609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477E3C0-A885-428F-BBA5-0FD5171AB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92" y="1820010"/>
            <a:ext cx="4484477" cy="44566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D467CC7A-40F0-437C-90E6-086B788E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221" y="228600"/>
            <a:ext cx="8057955" cy="1325563"/>
          </a:xfrm>
        </p:spPr>
        <p:txBody>
          <a:bodyPr/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*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Tools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경로에 파일보관 추천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D62A3EC-C104-45B3-AF46-AA7D874C09EB}"/>
              </a:ext>
            </a:extLst>
          </p:cNvPr>
          <p:cNvSpPr/>
          <p:nvPr/>
        </p:nvSpPr>
        <p:spPr>
          <a:xfrm>
            <a:off x="6394937" y="2391105"/>
            <a:ext cx="3531578" cy="1750072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3C31120-0A2F-4042-8EBD-DA478EB6C273}"/>
              </a:ext>
            </a:extLst>
          </p:cNvPr>
          <p:cNvSpPr/>
          <p:nvPr/>
        </p:nvSpPr>
        <p:spPr>
          <a:xfrm>
            <a:off x="6394937" y="4215711"/>
            <a:ext cx="2388578" cy="1613589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761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210</Words>
  <Application>Microsoft Office PowerPoint</Application>
  <PresentationFormat>와이드스크린</PresentationFormat>
  <Paragraphs>21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OracleSansVF</vt:lpstr>
      <vt:lpstr>맑은 고딕</vt:lpstr>
      <vt:lpstr>함초롬돋움</vt:lpstr>
      <vt:lpstr>Arial</vt:lpstr>
      <vt:lpstr>Roboto</vt:lpstr>
      <vt:lpstr>Office 테마</vt:lpstr>
      <vt:lpstr>JAVA Web 개발환경구축</vt:lpstr>
      <vt:lpstr>링크</vt:lpstr>
      <vt:lpstr>1. Jdk 파일다운</vt:lpstr>
      <vt:lpstr>오라클 로그인이 필요할 수 있음</vt:lpstr>
      <vt:lpstr>설치 및 설치후 확인</vt:lpstr>
      <vt:lpstr>1_1. 시스템환경변수 설정</vt:lpstr>
      <vt:lpstr>JAVA_HOME 새로만들기 또는 편집</vt:lpstr>
      <vt:lpstr>Path 추가 및 편집</vt:lpstr>
      <vt:lpstr>윈도우 + R</vt:lpstr>
      <vt:lpstr>2. 톰캣 파일다운</vt:lpstr>
      <vt:lpstr>3. 이클립스 파일다운</vt:lpstr>
      <vt:lpstr>* Tools 경로에 파일보관 추천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ChoiSunKyoung</dc:creator>
  <cp:lastModifiedBy>ChoiSunKyoung</cp:lastModifiedBy>
  <cp:revision>17</cp:revision>
  <dcterms:created xsi:type="dcterms:W3CDTF">2022-03-02T03:13:47Z</dcterms:created>
  <dcterms:modified xsi:type="dcterms:W3CDTF">2022-03-08T23:03:40Z</dcterms:modified>
</cp:coreProperties>
</file>