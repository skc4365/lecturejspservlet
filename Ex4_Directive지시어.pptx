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59" r:id="rId6"/>
    <p:sldId id="260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3603E-7B6A-4372-AAC1-0B48C40A9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79A18E-F510-438C-9EF0-8815AFB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24FEA-3396-4B6B-8482-F4C9B74E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7AC8E-F98A-4734-9928-00D40CC7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204D9-B540-4A1D-970C-2C1B4878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32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F20A-B748-4BC1-950C-01CA60A2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A8CF8-F83B-4832-96E6-A369A04ED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E1F416-89F3-45ED-ACD8-CB8EAD6D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9D9AB-80A5-4C19-A69A-11DB754C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E2E0B1-852A-411C-81C8-E23F77A6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63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AE4B3-52B6-4F0A-862D-C40B8A1A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4572C-10A8-4D66-813F-E08C89A90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04259C-553D-4163-B358-BC885957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100D9-A495-4F46-B043-1397240E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E700C2-6DDE-4879-BA51-BB47F779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95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42869-CB4A-4EA8-9C50-9635AE00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F4365-50AE-46DC-B8BB-72CE77E20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7D650B-8A28-4094-9B0B-AE0C6F24E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5F0A85-EB14-4CB4-BC51-1C49E1BE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4F64BB-48E9-4182-AB52-D7D65256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5D6E3A-9D62-4107-92E0-473812E7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2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2EB4D-4833-405B-82EC-071BBE06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D586B6-C232-48B1-946F-1B0278372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F4827B-04F0-40FB-84FC-2F212D929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0C2E63-B5D2-485C-B8AD-BD95F526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2EEEEB-4E38-4887-BE13-0283818CC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91DCFA-BC8A-4D2F-87BE-585F946D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8BCDBA-B965-4A6B-92C7-908ED43B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525FF6-84D8-47A6-A2BA-52A327D4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48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E23A7-DEE8-4240-A6A7-E2DD3045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1C86B1-796B-4AC0-8750-07D05A08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F5FE25-F8BE-48D0-B4E1-779689AF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3E1E0E-D86D-4301-9401-CAC59015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86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3475A1-D5C8-4362-8E82-EB619DE9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C79C59-AF0D-4C58-9AC9-99A69450D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7E03-3D9B-470A-93F0-0E64B8BA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1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B5812-8BF3-453B-A174-C6AECD99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05998-3F0E-4130-B102-EFC82C264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161D9D-FF23-4534-8F0B-8D45A3C93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55ED20-E354-4850-82BC-C2ACD347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62A073-019C-4B09-A02B-8A19F20C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40CDAC-EDC9-4E21-BC66-68F91A57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65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4EB1E-F496-4B0B-9469-F704F2590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A4FD0E-07FB-47E9-9F83-12C7E6E88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511567-A49D-4C9C-BD30-6269B027D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D797D-23A7-42AC-9579-B5EBAF10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24E97A-49AE-4DF4-A9BC-002FDAE0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F5B89A-C7E5-4CC3-B4AA-7833F8DE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33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3B595-824E-4988-9768-8F3C5F04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97B7B6-9E5C-487B-BEA8-EDF419DAA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0387EE-3D84-4D2E-9BF5-07C9A6A6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F2F2F-B7A0-49E7-9DEB-26D4EBFF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6829B-FC9D-4FE4-8FA9-B37E70AA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F484D4-E0ED-4866-A2F1-A2CDAF8F7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CF4857-9AAC-414E-ADFC-53D7B21E5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4681B-0683-4D73-A9F0-6ACBBF2D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09022-5013-4E9D-83B7-EFBD31B0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5AE44-CCE8-4389-96CC-9C45B2C1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0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FFA516-5FE1-4B32-8B1F-E3C711E7A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439D8E-1085-4C65-B022-8E1F88ACF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4F7EA-8597-488E-B006-DDF03EE6A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388F3-2E7A-4D7B-A17B-442163F6116F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1B79D-50C0-40AB-BB0D-C3CF05958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BF8A6-6538-46B0-8E43-8B5E7A436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02475-75C2-4766-A29F-696AF9CE5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8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588CA-96F8-4BAF-A35A-3F1B51145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Directive </a:t>
            </a:r>
            <a:r>
              <a:rPr lang="ko-KR" altLang="en-US" dirty="0"/>
              <a:t>지시어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C98ED0-C2BC-4E72-8800-58AB7F337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473447"/>
          </a:xfrm>
        </p:spPr>
        <p:txBody>
          <a:bodyPr>
            <a:normAutofit fontScale="92500" lnSpcReduction="10000"/>
          </a:bodyPr>
          <a:lstStyle/>
          <a:p>
            <a:endParaRPr lang="en-US" altLang="ko-KR" dirty="0"/>
          </a:p>
          <a:p>
            <a:pPr algn="r"/>
            <a:r>
              <a:rPr lang="en-US" altLang="ko-KR" dirty="0"/>
              <a:t>A. &lt;%@ page ….. %&gt;</a:t>
            </a:r>
          </a:p>
          <a:p>
            <a:pPr algn="r"/>
            <a:r>
              <a:rPr lang="en-US" altLang="ko-KR" dirty="0"/>
              <a:t>B. &lt;%@ include ….. %&gt;</a:t>
            </a:r>
          </a:p>
          <a:p>
            <a:pPr algn="r"/>
            <a:r>
              <a:rPr lang="en-US" altLang="ko-KR" dirty="0"/>
              <a:t>C. &lt;%@ </a:t>
            </a:r>
            <a:r>
              <a:rPr lang="en-US" altLang="ko-KR" dirty="0" err="1"/>
              <a:t>taglib</a:t>
            </a:r>
            <a:r>
              <a:rPr lang="en-US" altLang="ko-KR" dirty="0"/>
              <a:t> ….. %&gt;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algn="r"/>
            <a:r>
              <a:rPr lang="ko-KR" altLang="en-US" dirty="0"/>
              <a:t>교사 최선경</a:t>
            </a:r>
          </a:p>
        </p:txBody>
      </p:sp>
    </p:spTree>
    <p:extLst>
      <p:ext uri="{BB962C8B-B14F-4D97-AF65-F5344CB8AC3E}">
        <p14:creationId xmlns:p14="http://schemas.microsoft.com/office/powerpoint/2010/main" val="314158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355AE-F0A2-490E-885B-6622F660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A. &lt;%@ page import=“  ” %&gt;</a:t>
            </a:r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044894A-4963-4919-AAED-A8503991B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326" y="1325563"/>
            <a:ext cx="11421989" cy="5262050"/>
          </a:xfrm>
        </p:spPr>
      </p:pic>
    </p:spTree>
    <p:extLst>
      <p:ext uri="{BB962C8B-B14F-4D97-AF65-F5344CB8AC3E}">
        <p14:creationId xmlns:p14="http://schemas.microsoft.com/office/powerpoint/2010/main" val="291694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01E415-25E5-4ED3-9AC6-405F1537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036"/>
            <a:ext cx="12192000" cy="555522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F77B519-2C34-41F5-84C2-B59D7F71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A. &lt;%@ page </a:t>
            </a:r>
            <a:r>
              <a:rPr lang="en-US" altLang="ko-KR" dirty="0" err="1">
                <a:solidFill>
                  <a:schemeClr val="accent6">
                    <a:lumMod val="50000"/>
                  </a:schemeClr>
                </a:solidFill>
              </a:rPr>
              <a:t>errorPage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=“  ” %&gt;</a:t>
            </a:r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76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C3C1BF-7436-40ED-9CB9-6504CEFD9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640" y="1536292"/>
            <a:ext cx="7516274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9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1D775-C97E-4A78-AB05-FA539F9D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B. &lt;%@ include file = “</a:t>
            </a:r>
            <a:r>
              <a:rPr lang="ko-KR" altLang="en-US" sz="3500" dirty="0" err="1">
                <a:solidFill>
                  <a:schemeClr val="accent6">
                    <a:lumMod val="50000"/>
                  </a:schemeClr>
                </a:solidFill>
              </a:rPr>
              <a:t>포함할파일명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” %&gt;</a:t>
            </a:r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328335-FAE1-4030-97CB-70AF29296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393"/>
            <a:ext cx="12192000" cy="52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6DAEF0-30A4-4DF6-A097-7D783FCEB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974"/>
            <a:ext cx="12192000" cy="642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9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0E479-CC7C-4805-AB85-C17B53A1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C. &lt;%@ </a:t>
            </a:r>
            <a:r>
              <a:rPr lang="en-US" altLang="ko-KR" dirty="0" err="1"/>
              <a:t>taglib</a:t>
            </a:r>
            <a:r>
              <a:rPr lang="en-US" altLang="ko-KR" dirty="0"/>
              <a:t> ….. %&gt;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AD905EC-3649-41A5-AD7B-3ADCADBB7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570" y="3644527"/>
            <a:ext cx="9288171" cy="17623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EF2BFFD-C8CF-4217-BD82-B697F649CFE1}"/>
              </a:ext>
            </a:extLst>
          </p:cNvPr>
          <p:cNvSpPr txBox="1">
            <a:spLocks/>
          </p:cNvSpPr>
          <p:nvPr/>
        </p:nvSpPr>
        <p:spPr>
          <a:xfrm>
            <a:off x="914400" y="18024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JSTL 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사용을위해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다운받기</a:t>
            </a:r>
          </a:p>
        </p:txBody>
      </p:sp>
    </p:spTree>
    <p:extLst>
      <p:ext uri="{BB962C8B-B14F-4D97-AF65-F5344CB8AC3E}">
        <p14:creationId xmlns:p14="http://schemas.microsoft.com/office/powerpoint/2010/main" val="347387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081903-A6AE-44B8-9574-5FB545165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76" b="19893"/>
          <a:stretch/>
        </p:blipFill>
        <p:spPr>
          <a:xfrm>
            <a:off x="586834" y="521107"/>
            <a:ext cx="11018332" cy="556506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B46AFA-6775-45B6-8BEC-0D087D1383C6}"/>
              </a:ext>
            </a:extLst>
          </p:cNvPr>
          <p:cNvSpPr/>
          <p:nvPr/>
        </p:nvSpPr>
        <p:spPr>
          <a:xfrm>
            <a:off x="4440114" y="617966"/>
            <a:ext cx="1002323" cy="516242"/>
          </a:xfrm>
          <a:prstGeom prst="roundRect">
            <a:avLst/>
          </a:prstGeom>
          <a:solidFill>
            <a:srgbClr val="FFF2CC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112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997DF2-7DA5-4D27-9728-7725FDDF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57" y="383456"/>
            <a:ext cx="8276686" cy="560795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2855DE-EEEC-4AF1-8976-4146E4CB90EA}"/>
              </a:ext>
            </a:extLst>
          </p:cNvPr>
          <p:cNvSpPr/>
          <p:nvPr/>
        </p:nvSpPr>
        <p:spPr>
          <a:xfrm>
            <a:off x="4572000" y="4862145"/>
            <a:ext cx="817684" cy="307731"/>
          </a:xfrm>
          <a:prstGeom prst="roundRect">
            <a:avLst/>
          </a:prstGeom>
          <a:solidFill>
            <a:srgbClr val="FFF2CC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624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7E4E959-FA43-4E25-9856-50E520A8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370" y="501446"/>
            <a:ext cx="8833260" cy="544707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20FF94A-42BD-48A7-A766-265D32F1C1AB}"/>
              </a:ext>
            </a:extLst>
          </p:cNvPr>
          <p:cNvSpPr/>
          <p:nvPr/>
        </p:nvSpPr>
        <p:spPr>
          <a:xfrm>
            <a:off x="6576647" y="3006968"/>
            <a:ext cx="1002322" cy="325317"/>
          </a:xfrm>
          <a:prstGeom prst="roundRect">
            <a:avLst/>
          </a:prstGeom>
          <a:solidFill>
            <a:srgbClr val="FFF2CC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060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D4DB4A-5472-4C28-AC76-30D6AB1A4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626"/>
            <a:ext cx="12192000" cy="608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8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57</Words>
  <Application>Microsoft Office PowerPoint</Application>
  <PresentationFormat>와이드스크린</PresentationFormat>
  <Paragraphs>12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Directive 지시어</vt:lpstr>
      <vt:lpstr>A. &lt;%@ page import=“  ” %&gt;</vt:lpstr>
      <vt:lpstr>A. &lt;%@ page errorPage=“  ” %&gt;</vt:lpstr>
      <vt:lpstr>PowerPoint 프레젠테이션</vt:lpstr>
      <vt:lpstr>B. &lt;%@ include file = “포함할파일명” %&gt;</vt:lpstr>
      <vt:lpstr>PowerPoint 프레젠테이션</vt:lpstr>
      <vt:lpstr>C. &lt;%@ taglib ….. %&gt;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ChoiSunKyoung</dc:creator>
  <cp:lastModifiedBy>ChoiSunKyoung</cp:lastModifiedBy>
  <cp:revision>13</cp:revision>
  <dcterms:created xsi:type="dcterms:W3CDTF">2022-03-20T16:20:27Z</dcterms:created>
  <dcterms:modified xsi:type="dcterms:W3CDTF">2022-03-20T20:48:23Z</dcterms:modified>
</cp:coreProperties>
</file>