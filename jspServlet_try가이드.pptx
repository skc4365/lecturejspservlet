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1" r:id="rId10"/>
    <p:sldId id="266" r:id="rId11"/>
    <p:sldId id="262" r:id="rId12"/>
    <p:sldId id="263" r:id="rId13"/>
    <p:sldId id="268" r:id="rId14"/>
    <p:sldId id="264" r:id="rId15"/>
    <p:sldId id="272" r:id="rId16"/>
    <p:sldId id="273" r:id="rId17"/>
    <p:sldId id="274" r:id="rId18"/>
    <p:sldId id="275" r:id="rId19"/>
    <p:sldId id="276" r:id="rId20"/>
    <p:sldId id="277" r:id="rId21"/>
    <p:sldId id="267" r:id="rId22"/>
    <p:sldId id="265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7" d="100"/>
          <a:sy n="87" d="100"/>
        </p:scale>
        <p:origin x="45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D0C14-3FDF-43F6-B9C4-D6771000D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066FD2-02E8-452B-A8E1-DFB480F92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2194E5-11BE-4FF8-B05A-6439B2D6C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B86D-EA95-4A88-830A-DDFA59DC91A4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0EAAC2-ED05-4B47-AAFA-D67CC5491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F5287D-A83A-46FD-8C61-E9C34549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7D64-8B99-43FF-AB54-D8C14585ED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294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543C2-146D-4361-9861-BA041FB55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D37190-90AE-466E-8B5F-63F221C59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EA1D2A-A28C-4CAA-A606-0D0F389A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B86D-EA95-4A88-830A-DDFA59DC91A4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1E0F41-9416-42AC-A371-E5B919756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8442EE-0666-4368-AF57-206FEA51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7D64-8B99-43FF-AB54-D8C14585ED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506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DFC6F-B452-425A-83D2-FDEA74808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9506AE-DC70-4324-B3BE-62123B504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CA7265-8256-4755-A893-55252E836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B86D-EA95-4A88-830A-DDFA59DC91A4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6D3AB-1456-454D-B38D-EC6278ED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0374A-FC34-4A5B-B81E-E96AC3EAE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7D64-8B99-43FF-AB54-D8C14585ED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515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5AAF1-D988-4B66-A014-8647E1519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93570A-1393-47DF-A4F6-AC1BA0BA0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8F50C5-1B4B-4AEA-8F18-27AE5587B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7ACD3F-CCFF-41F2-8540-4562724EA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B86D-EA95-4A88-830A-DDFA59DC91A4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5DCAC3-AA48-4140-AE2A-65CA5C84C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6C75D7-A97C-4632-8A01-1F54D9060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7D64-8B99-43FF-AB54-D8C14585ED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205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2CD1A-5810-4F92-8DCC-93050DBB6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77681B-6A64-4742-A65F-C94201220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76EF3B-BC85-42DA-800A-971AA8197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46F68E1-F7C0-47F7-83B0-AE294148D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ABA596-2149-492C-8275-A55D2940C2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0B420F0-4094-45EF-B7CA-DEEC70483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B86D-EA95-4A88-830A-DDFA59DC91A4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FEE5F7-C2B9-48B8-9F68-7D57D7904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36E6F8D-03C3-4065-9446-34C877083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7D64-8B99-43FF-AB54-D8C14585ED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09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E7980E-8F27-4B40-9223-2F7C4A6E5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133AE2-AA81-432C-B210-135656387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B86D-EA95-4A88-830A-DDFA59DC91A4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4F78F5-14FB-418D-B47B-4B22EEDEA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53B2F5-2D3C-4928-AED0-FCA380D3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7D64-8B99-43FF-AB54-D8C14585ED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554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C736D9B-6032-4B11-B81E-8E8FF7E9E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B86D-EA95-4A88-830A-DDFA59DC91A4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E33ED0A-5088-4266-AF3A-EA32FD208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2857D0-7CB9-4AFA-B349-45C5B1907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7D64-8B99-43FF-AB54-D8C14585ED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83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2D7FF-5C90-4C3C-89D5-0F08A0167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F44A8A-5A7E-4F7C-8313-409A655DB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4704D1-B9AD-465D-ADF3-608E068BA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13B8E8-7849-43CD-AD94-8F74697A3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B86D-EA95-4A88-830A-DDFA59DC91A4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37B6B8-1D2F-4228-9EE8-B0807ECA3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1B7F6F-3E8C-455A-9126-55B98B3B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7D64-8B99-43FF-AB54-D8C14585ED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766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018C4-F151-420D-A095-EBAAADCE5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90A80D-C54A-4255-AE70-A9CB4DF69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3B6783-D7E8-4F9C-8D61-20C0B45B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D6F85C-C212-4ECE-932D-478D00412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B86D-EA95-4A88-830A-DDFA59DC91A4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AC2703-2139-451F-BED0-9EFF65F4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4DB705-707B-4404-9C18-D32C505F5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7D64-8B99-43FF-AB54-D8C14585ED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13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BEF97-DA0D-46D7-B400-8CE00D5C1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AEFFE4-343A-4C2E-B13F-A9974CD2D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EAE0B-C45C-49F6-B1BA-E13D4FBA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B86D-EA95-4A88-830A-DDFA59DC91A4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712E47-0026-42D1-8658-AFA1F0B0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1F7957-D39F-4BC3-AB9D-D2994931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7D64-8B99-43FF-AB54-D8C14585ED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673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EFA1B5-54E4-4785-A48E-6B6227EB02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599683-5A89-462C-8AAE-F66E914DD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B03CF4-C6D2-455B-ABA2-325CE906B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EB86D-EA95-4A88-830A-DDFA59DC91A4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F1F13-B1BE-4C67-B86E-4F812ED7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A5EA18-C701-4BEF-B6F3-9DB7D251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87D64-8B99-43FF-AB54-D8C14585ED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77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30027E-B7FA-422D-AC52-59544CE9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5A91B6-E844-4CE8-A5E2-A5609B328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77EBEF-A0D0-4B76-AB0B-6DCCDE6EC8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EB86D-EA95-4A88-830A-DDFA59DC91A4}" type="datetimeFigureOut">
              <a:rPr lang="ko-KR" altLang="en-US" smtClean="0"/>
              <a:t>2022-03-01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DD0F78-A717-4D87-9F06-108438D21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908ACD-56B7-41A7-9C16-015397D02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87D64-8B99-43FF-AB54-D8C14585ED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33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62FCC-C79C-4C46-B662-2284E4867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40734"/>
          </a:xfrm>
        </p:spPr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Try~</a:t>
            </a:r>
            <a:r>
              <a:rPr lang="en-US" altLang="ko-KR" dirty="0"/>
              <a:t> Java Web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0E4DDE-A95C-470F-9E86-DBD11A956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26890"/>
            <a:ext cx="9144000" cy="3487048"/>
          </a:xfrm>
        </p:spPr>
        <p:txBody>
          <a:bodyPr>
            <a:normAutofit fontScale="92500" lnSpcReduction="20000"/>
          </a:bodyPr>
          <a:lstStyle/>
          <a:p>
            <a:pPr marL="457200" indent="-457200" algn="r">
              <a:buAutoNum type="alphaUcPeriod"/>
            </a:pPr>
            <a:r>
              <a:rPr lang="ko-KR" altLang="en-US" dirty="0"/>
              <a:t>프로젝트 폴더 설정</a:t>
            </a:r>
            <a:endParaRPr lang="en-US" altLang="ko-KR" dirty="0"/>
          </a:p>
          <a:p>
            <a:pPr marL="457200" indent="-457200" algn="r">
              <a:buAutoNum type="alphaUcPeriod"/>
            </a:pPr>
            <a:r>
              <a:rPr lang="ko-KR" altLang="en-US" dirty="0"/>
              <a:t>이클립스에 </a:t>
            </a:r>
            <a:r>
              <a:rPr lang="en-US" altLang="ko-KR" dirty="0"/>
              <a:t>WAS</a:t>
            </a:r>
            <a:r>
              <a:rPr lang="ko-KR" altLang="en-US" dirty="0"/>
              <a:t>설정</a:t>
            </a:r>
            <a:endParaRPr lang="en-US" altLang="ko-KR" dirty="0"/>
          </a:p>
          <a:p>
            <a:pPr algn="r"/>
            <a:r>
              <a:rPr lang="en-US" altLang="ko-KR" dirty="0"/>
              <a:t>B_2. Tomcat </a:t>
            </a:r>
            <a:r>
              <a:rPr lang="ko-KR" altLang="en-US" dirty="0"/>
              <a:t>포트번호 변경</a:t>
            </a:r>
            <a:endParaRPr lang="en-US" altLang="ko-KR" dirty="0"/>
          </a:p>
          <a:p>
            <a:pPr algn="r"/>
            <a:r>
              <a:rPr lang="en-US" altLang="ko-KR" dirty="0"/>
              <a:t>C. Dynamic</a:t>
            </a:r>
            <a:r>
              <a:rPr lang="ko-KR" altLang="en-US" dirty="0"/>
              <a:t>프로젝트 시작</a:t>
            </a:r>
            <a:endParaRPr lang="en-US" altLang="ko-KR" dirty="0"/>
          </a:p>
          <a:p>
            <a:pPr algn="r"/>
            <a:r>
              <a:rPr lang="en-US" altLang="ko-KR" dirty="0"/>
              <a:t>C_2. </a:t>
            </a:r>
            <a:r>
              <a:rPr lang="ko-KR" altLang="en-US" dirty="0"/>
              <a:t>이클립스 한글설정</a:t>
            </a:r>
            <a:r>
              <a:rPr lang="en-US" altLang="ko-KR" dirty="0"/>
              <a:t>_UTF-8</a:t>
            </a:r>
          </a:p>
          <a:p>
            <a:pPr algn="r"/>
            <a:r>
              <a:rPr lang="en-US" altLang="ko-KR" dirty="0"/>
              <a:t>C_3. </a:t>
            </a:r>
            <a:r>
              <a:rPr lang="en-US" altLang="ko-KR" dirty="0" err="1"/>
              <a:t>jsp</a:t>
            </a:r>
            <a:r>
              <a:rPr lang="ko-KR" altLang="en-US" dirty="0"/>
              <a:t>페이지 작성 및 실행</a:t>
            </a:r>
            <a:endParaRPr lang="en-US" altLang="ko-KR" dirty="0"/>
          </a:p>
          <a:p>
            <a:pPr algn="r"/>
            <a:r>
              <a:rPr lang="en-US" altLang="ko-KR" dirty="0"/>
              <a:t>C_4. </a:t>
            </a:r>
            <a:r>
              <a:rPr lang="en-US" altLang="ko-KR" dirty="0" err="1"/>
              <a:t>sevlet</a:t>
            </a:r>
            <a:r>
              <a:rPr lang="ko-KR" altLang="en-US" dirty="0"/>
              <a:t>페이지 작성</a:t>
            </a:r>
            <a:endParaRPr lang="en-US" altLang="ko-KR" dirty="0"/>
          </a:p>
          <a:p>
            <a:pPr algn="r"/>
            <a:r>
              <a:rPr lang="en-US" altLang="ko-KR" dirty="0"/>
              <a:t>C_5. xml </a:t>
            </a:r>
            <a:r>
              <a:rPr lang="ko-KR" altLang="en-US" dirty="0"/>
              <a:t>매핑과 실행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교사 최선경</a:t>
            </a:r>
            <a:endParaRPr lang="en-US" altLang="ko-KR" dirty="0"/>
          </a:p>
          <a:p>
            <a:pPr algn="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982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1E1ABFC-6630-4E43-A117-FD1EB25E8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A. </a:t>
            </a:r>
            <a:r>
              <a:rPr lang="ko-KR" altLang="en-US" dirty="0"/>
              <a:t>프로젝트 폴더 생성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74F84F9-471A-44C4-B688-2822A7EBE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167" y="2179563"/>
            <a:ext cx="6650487" cy="22941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E948D91-349E-447E-A578-7216E937825B}"/>
              </a:ext>
            </a:extLst>
          </p:cNvPr>
          <p:cNvSpPr/>
          <p:nvPr/>
        </p:nvSpPr>
        <p:spPr>
          <a:xfrm>
            <a:off x="1632155" y="2861187"/>
            <a:ext cx="2487561" cy="432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44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FF5BD-DF7A-4A77-8ACA-13A72AA24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경로에 맞춰서 이클립스 실행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313407-C784-4305-B103-F6A40AB90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221" y="1383842"/>
            <a:ext cx="6823558" cy="547415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F542D52-EBE2-469E-86BF-9A5CC52D6E3C}"/>
              </a:ext>
            </a:extLst>
          </p:cNvPr>
          <p:cNvSpPr/>
          <p:nvPr/>
        </p:nvSpPr>
        <p:spPr>
          <a:xfrm>
            <a:off x="6459793" y="2595716"/>
            <a:ext cx="2487561" cy="432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64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B812B-3F16-4D64-A067-3310C5E73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프로젝트폴더안의</a:t>
            </a:r>
            <a:r>
              <a:rPr lang="ko-KR" altLang="en-US" dirty="0"/>
              <a:t> 환경파일을 확인한다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F66994-BD6E-4EB8-9BE7-D7E00B92C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519" y="2206009"/>
            <a:ext cx="5896961" cy="167157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E7957C6-0026-4A01-8536-51BB75877A7A}"/>
              </a:ext>
            </a:extLst>
          </p:cNvPr>
          <p:cNvSpPr/>
          <p:nvPr/>
        </p:nvSpPr>
        <p:spPr>
          <a:xfrm>
            <a:off x="3254478" y="2920181"/>
            <a:ext cx="2487561" cy="432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943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92EFA-0375-4FA8-87F0-FA92BE30E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이클립스 </a:t>
            </a:r>
            <a:r>
              <a:rPr lang="en-US" altLang="ko-KR" dirty="0"/>
              <a:t>OPEN.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D80658-5B6B-4896-9E6E-9FC70C9B2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362" y="1386348"/>
            <a:ext cx="8470782" cy="637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28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72D28-20FB-451D-A6B8-0ACE1A372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B. </a:t>
            </a:r>
            <a:r>
              <a:rPr lang="ko-KR" altLang="en-US" dirty="0" err="1"/>
              <a:t>자바웹을</a:t>
            </a:r>
            <a:r>
              <a:rPr lang="ko-KR" altLang="en-US" dirty="0"/>
              <a:t> 개발하기 위한 </a:t>
            </a:r>
            <a:r>
              <a:rPr lang="en-US" altLang="ko-KR" dirty="0"/>
              <a:t>WAS</a:t>
            </a:r>
            <a:r>
              <a:rPr lang="ko-KR" altLang="en-US" dirty="0"/>
              <a:t>설정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7D2E37-C4BB-46C7-A0C6-6FA8E894E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 err="1"/>
              <a:t>WebApplicationServer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__ ex. Tomcat9 </a:t>
            </a:r>
          </a:p>
          <a:p>
            <a:pPr marL="514350" indent="-514350">
              <a:buAutoNum type="arabicPeriod"/>
            </a:pPr>
            <a:r>
              <a:rPr lang="ko-KR" altLang="en-US" dirty="0"/>
              <a:t>이클립스에 </a:t>
            </a:r>
            <a:r>
              <a:rPr lang="en-US" altLang="ko-KR" dirty="0"/>
              <a:t>Tomcat</a:t>
            </a:r>
            <a:r>
              <a:rPr lang="ko-KR" altLang="en-US" dirty="0"/>
              <a:t>을 서버로 연결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E91FC04-8153-4BCF-9F1C-0F3AE83BA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908" y="3644945"/>
            <a:ext cx="8620166" cy="180212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5B80C29-8696-4DA9-9EC9-8D537F36D628}"/>
              </a:ext>
            </a:extLst>
          </p:cNvPr>
          <p:cNvSpPr/>
          <p:nvPr/>
        </p:nvSpPr>
        <p:spPr>
          <a:xfrm>
            <a:off x="1504335" y="4473677"/>
            <a:ext cx="6577781" cy="432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315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451959-1BF1-4BE4-B46E-7F4F81294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757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이클립스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하단 </a:t>
            </a:r>
            <a:r>
              <a:rPr lang="en-US" altLang="ko-KR" dirty="0"/>
              <a:t>Servers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D4A9447-A1B8-41BA-A198-E340E3E97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871" y="0"/>
            <a:ext cx="6440129" cy="685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47A8CE0-1B89-4520-9F11-CEE5F38D5B08}"/>
              </a:ext>
            </a:extLst>
          </p:cNvPr>
          <p:cNvSpPr/>
          <p:nvPr/>
        </p:nvSpPr>
        <p:spPr>
          <a:xfrm>
            <a:off x="6484375" y="2310582"/>
            <a:ext cx="2443316" cy="3244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703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3F9E5F-BDAD-4C59-AFD4-AA1E0E95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ko-KR" altLang="en-US" dirty="0"/>
              <a:t>이클립스에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서버설정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41C68B-8C6A-46E3-ACEC-9B3B4061A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057" y="0"/>
            <a:ext cx="9095874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F8E05FF-D777-4FE1-A5A5-345F13C0EA3B}"/>
              </a:ext>
            </a:extLst>
          </p:cNvPr>
          <p:cNvSpPr/>
          <p:nvPr/>
        </p:nvSpPr>
        <p:spPr>
          <a:xfrm>
            <a:off x="7098891" y="5319251"/>
            <a:ext cx="3805083" cy="432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B15D1E-4403-453E-89D4-7B94BB36AD18}"/>
              </a:ext>
            </a:extLst>
          </p:cNvPr>
          <p:cNvSpPr/>
          <p:nvPr/>
        </p:nvSpPr>
        <p:spPr>
          <a:xfrm>
            <a:off x="4655057" y="1474378"/>
            <a:ext cx="1912891" cy="3249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821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9DA9B3-8859-4883-BF07-3891E0D7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B_2. Tomcat </a:t>
            </a:r>
            <a:r>
              <a:rPr lang="ko-KR" altLang="en-US" dirty="0"/>
              <a:t>포트</a:t>
            </a:r>
            <a:r>
              <a:rPr lang="en-US" altLang="ko-KR" dirty="0"/>
              <a:t>Port </a:t>
            </a:r>
            <a:r>
              <a:rPr lang="ko-KR" altLang="en-US" dirty="0"/>
              <a:t>번호변경</a:t>
            </a:r>
            <a:r>
              <a:rPr lang="en-US" altLang="ko-KR" dirty="0"/>
              <a:t>_</a:t>
            </a:r>
            <a:r>
              <a:rPr lang="ko-KR" altLang="en-US" dirty="0"/>
              <a:t>충돌방지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D5D37B-2849-4EBB-8145-7511772AC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5007"/>
            <a:ext cx="10877275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CA2C434-7C7F-4F10-83E2-56C2E8A63C28}"/>
              </a:ext>
            </a:extLst>
          </p:cNvPr>
          <p:cNvSpPr/>
          <p:nvPr/>
        </p:nvSpPr>
        <p:spPr>
          <a:xfrm>
            <a:off x="6381135" y="3765755"/>
            <a:ext cx="5456904" cy="432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14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C5ADE0-ECF8-4362-9002-B9F201BE4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Dynamic Web Project </a:t>
            </a:r>
            <a:r>
              <a:rPr lang="ko-KR" altLang="en-US" dirty="0"/>
              <a:t>생성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AAA789F-3621-4BAC-AC5A-0546745C8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361" y="1472101"/>
            <a:ext cx="5591277" cy="793811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0DECB41-4309-403B-8A9D-F218964CA646}"/>
              </a:ext>
            </a:extLst>
          </p:cNvPr>
          <p:cNvSpPr/>
          <p:nvPr/>
        </p:nvSpPr>
        <p:spPr>
          <a:xfrm>
            <a:off x="4156694" y="2652466"/>
            <a:ext cx="2487561" cy="432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421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4B8A9-4172-4E04-8B02-0A9424303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Next</a:t>
            </a:r>
            <a:r>
              <a:rPr lang="ko-KR" altLang="en-US" dirty="0"/>
              <a:t>버튼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Web Module</a:t>
            </a:r>
            <a:r>
              <a:rPr lang="ko-KR" altLang="en-US" dirty="0"/>
              <a:t>에서 체크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A3ECDC-341B-4F9C-A631-DFD4F27BC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39" y="1452152"/>
            <a:ext cx="6042148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232E53E-6CFF-4B9E-A3CD-67C8F5F9D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087" y="1976848"/>
            <a:ext cx="6042148" cy="685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412C261-9A04-4053-A556-EBC17391824E}"/>
              </a:ext>
            </a:extLst>
          </p:cNvPr>
          <p:cNvSpPr/>
          <p:nvPr/>
        </p:nvSpPr>
        <p:spPr>
          <a:xfrm>
            <a:off x="6284431" y="3628414"/>
            <a:ext cx="2919967" cy="432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DEE296-B1BE-4265-BD58-755611B9216C}"/>
              </a:ext>
            </a:extLst>
          </p:cNvPr>
          <p:cNvSpPr txBox="1"/>
          <p:nvPr/>
        </p:nvSpPr>
        <p:spPr>
          <a:xfrm>
            <a:off x="6893169" y="4061033"/>
            <a:ext cx="3991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Xml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환경파일을 자동으로 </a:t>
            </a:r>
            <a:r>
              <a:rPr lang="ko-KR" altLang="en-US" b="1" dirty="0" err="1">
                <a:solidFill>
                  <a:schemeClr val="accent2">
                    <a:lumMod val="75000"/>
                  </a:schemeClr>
                </a:solidFill>
              </a:rPr>
              <a:t>만들어줌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7196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600A5-9916-43A9-98DE-5AFA033B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C. Dynamic </a:t>
            </a:r>
            <a:r>
              <a:rPr lang="ko-KR" altLang="en-US" dirty="0"/>
              <a:t>프로젝트 시작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7E9EA8-69C6-417A-BD54-7EFD9D446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587" y="1361662"/>
            <a:ext cx="7332825" cy="552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917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15690-B6E0-47DA-A707-F122B7CAD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C_2. </a:t>
            </a:r>
            <a:r>
              <a:rPr lang="ko-KR" altLang="en-US" dirty="0"/>
              <a:t>이클립스 한글설정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5E1FE6-3C75-48D8-858E-E881C9833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8" y="1695208"/>
            <a:ext cx="4829849" cy="34675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A54B5AE-928D-47AF-8D9F-799B8349C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098" y="1518228"/>
            <a:ext cx="6154041" cy="533656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C680446-23A6-41AD-BC88-DB407A0423C9}"/>
              </a:ext>
            </a:extLst>
          </p:cNvPr>
          <p:cNvSpPr/>
          <p:nvPr/>
        </p:nvSpPr>
        <p:spPr>
          <a:xfrm>
            <a:off x="3100541" y="3970199"/>
            <a:ext cx="2487561" cy="432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607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B4B0B-F33A-4048-9F4E-6DB07B2C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검색란에</a:t>
            </a:r>
            <a:r>
              <a:rPr lang="ko-KR" altLang="en-US" dirty="0"/>
              <a:t> </a:t>
            </a:r>
            <a:r>
              <a:rPr lang="en-US" altLang="ko-KR" dirty="0"/>
              <a:t>enc</a:t>
            </a:r>
            <a:r>
              <a:rPr lang="ko-KR" altLang="en-US" dirty="0"/>
              <a:t>입력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7D0676-1F10-491D-AFEE-1E50AE850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679" y="1463999"/>
            <a:ext cx="6382641" cy="553479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3689D25-E8EC-47A1-9DAB-CADB45E8EF72}"/>
              </a:ext>
            </a:extLst>
          </p:cNvPr>
          <p:cNvSpPr/>
          <p:nvPr/>
        </p:nvSpPr>
        <p:spPr>
          <a:xfrm>
            <a:off x="2546555" y="1767882"/>
            <a:ext cx="2487561" cy="432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623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E80AA-11AA-42AC-B36B-685C708F2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코딩영역 </a:t>
            </a:r>
            <a:r>
              <a:rPr lang="ko-KR" altLang="en-US" dirty="0" err="1"/>
              <a:t>한글깨짐방지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7475349-9CEC-40E3-A7C2-29F1A37E6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941" y="1382574"/>
            <a:ext cx="6128730" cy="562451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8D8BC79-CEE6-424A-94C2-8ED26CB442BA}"/>
              </a:ext>
            </a:extLst>
          </p:cNvPr>
          <p:cNvSpPr/>
          <p:nvPr/>
        </p:nvSpPr>
        <p:spPr>
          <a:xfrm>
            <a:off x="3608440" y="2205205"/>
            <a:ext cx="923804" cy="2398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7AD582-5440-4B33-BEFE-A2711AF084F2}"/>
              </a:ext>
            </a:extLst>
          </p:cNvPr>
          <p:cNvSpPr/>
          <p:nvPr/>
        </p:nvSpPr>
        <p:spPr>
          <a:xfrm>
            <a:off x="4673530" y="5882682"/>
            <a:ext cx="1647758" cy="3491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045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D99DB-E31E-483E-93A1-0CD542902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스타일시트 </a:t>
            </a:r>
            <a:r>
              <a:rPr lang="ko-KR" altLang="en-US" dirty="0" err="1"/>
              <a:t>한글깨짐방지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63959DB-A641-4F9E-BB61-C54595405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716" y="1372348"/>
            <a:ext cx="7472795" cy="685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7513E90-245F-4E9C-BCDC-EC785A0AE3C8}"/>
              </a:ext>
            </a:extLst>
          </p:cNvPr>
          <p:cNvSpPr/>
          <p:nvPr/>
        </p:nvSpPr>
        <p:spPr>
          <a:xfrm>
            <a:off x="4564199" y="2821430"/>
            <a:ext cx="2900088" cy="432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EBAF69-EDE9-4950-9DFD-D30D923EAE75}"/>
              </a:ext>
            </a:extLst>
          </p:cNvPr>
          <p:cNvSpPr/>
          <p:nvPr/>
        </p:nvSpPr>
        <p:spPr>
          <a:xfrm>
            <a:off x="3081666" y="2797917"/>
            <a:ext cx="923804" cy="2398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978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8AE91-A117-4CD3-8759-7F1175458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html</a:t>
            </a:r>
            <a:r>
              <a:rPr lang="ko-KR" altLang="en-US" dirty="0"/>
              <a:t>파일 </a:t>
            </a:r>
            <a:r>
              <a:rPr lang="ko-KR" altLang="en-US" dirty="0" err="1"/>
              <a:t>한글깨짐방지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ED93A7-3F37-4F73-8647-2E12996CA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127" y="1320835"/>
            <a:ext cx="7472795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B06B87B-3BFB-4794-BB8B-CB0A7697BB36}"/>
              </a:ext>
            </a:extLst>
          </p:cNvPr>
          <p:cNvSpPr/>
          <p:nvPr/>
        </p:nvSpPr>
        <p:spPr>
          <a:xfrm>
            <a:off x="4464807" y="2791614"/>
            <a:ext cx="2800697" cy="432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87A1A47-C1C5-4F01-943E-8F931452F968}"/>
              </a:ext>
            </a:extLst>
          </p:cNvPr>
          <p:cNvSpPr/>
          <p:nvPr/>
        </p:nvSpPr>
        <p:spPr>
          <a:xfrm>
            <a:off x="3031970" y="2974472"/>
            <a:ext cx="923804" cy="2398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538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92DA3A-7BA6-4959-BD69-90220DAE5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Jsp</a:t>
            </a:r>
            <a:r>
              <a:rPr lang="ko-KR" altLang="en-US" dirty="0"/>
              <a:t>파일 </a:t>
            </a:r>
            <a:r>
              <a:rPr lang="ko-KR" altLang="en-US" dirty="0" err="1"/>
              <a:t>한글깨짐방지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4E9379-78D9-4928-8061-8FF2C9321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104" y="1332879"/>
            <a:ext cx="7472795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5A587C1-8C38-405D-A474-5D9EA0885FFF}"/>
              </a:ext>
            </a:extLst>
          </p:cNvPr>
          <p:cNvSpPr/>
          <p:nvPr/>
        </p:nvSpPr>
        <p:spPr>
          <a:xfrm>
            <a:off x="4772921" y="2811491"/>
            <a:ext cx="2830514" cy="432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E844C6A-53F1-49B4-A583-69AB7E702F9D}"/>
              </a:ext>
            </a:extLst>
          </p:cNvPr>
          <p:cNvSpPr/>
          <p:nvPr/>
        </p:nvSpPr>
        <p:spPr>
          <a:xfrm>
            <a:off x="3340083" y="3154016"/>
            <a:ext cx="923804" cy="2398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131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6C93A-A27C-4C4C-8D7D-0B014C27A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xml</a:t>
            </a:r>
            <a:r>
              <a:rPr lang="ko-KR" altLang="en-US" dirty="0"/>
              <a:t>파일 </a:t>
            </a:r>
            <a:r>
              <a:rPr lang="ko-KR" altLang="en-US" dirty="0" err="1"/>
              <a:t>한글깨짐</a:t>
            </a:r>
            <a:r>
              <a:rPr lang="ko-KR" altLang="en-US" dirty="0"/>
              <a:t> 방지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4A0905-8F14-44FB-B156-48FD7AD4A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665" y="1390729"/>
            <a:ext cx="7472795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0BB7C3-17C3-4112-A1A8-725F10C4CD43}"/>
              </a:ext>
            </a:extLst>
          </p:cNvPr>
          <p:cNvSpPr/>
          <p:nvPr/>
        </p:nvSpPr>
        <p:spPr>
          <a:xfrm>
            <a:off x="4743103" y="2841309"/>
            <a:ext cx="2939845" cy="432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28FE7C-A695-4D02-87C7-012954ACD64B}"/>
              </a:ext>
            </a:extLst>
          </p:cNvPr>
          <p:cNvSpPr/>
          <p:nvPr/>
        </p:nvSpPr>
        <p:spPr>
          <a:xfrm>
            <a:off x="3280449" y="3616561"/>
            <a:ext cx="923804" cy="2398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559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8B9FF-9019-481D-A5F0-29DFD2CFF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C. Dynamic </a:t>
            </a:r>
            <a:r>
              <a:rPr lang="ko-KR" altLang="en-US" dirty="0"/>
              <a:t>프로젝트 작성 시작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BE62BB-A4EF-41F2-A6C5-8B46E9927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874" y="1414136"/>
            <a:ext cx="90958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166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CBFCF-F840-43C5-9CEA-4D5615B2A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C_3. </a:t>
            </a:r>
            <a:r>
              <a:rPr lang="en-US" altLang="ko-KR" dirty="0" err="1"/>
              <a:t>WebContent</a:t>
            </a:r>
            <a:r>
              <a:rPr lang="ko-KR" altLang="en-US" dirty="0"/>
              <a:t>에 </a:t>
            </a:r>
            <a:r>
              <a:rPr lang="en-US" altLang="ko-KR" dirty="0" err="1"/>
              <a:t>hello.jsp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46B0FF-B270-46FC-848C-F50BA472D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989" y="1326681"/>
            <a:ext cx="8287907" cy="661127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7739772-A573-4C39-B74A-EC8E1F2E3AE9}"/>
              </a:ext>
            </a:extLst>
          </p:cNvPr>
          <p:cNvSpPr/>
          <p:nvPr/>
        </p:nvSpPr>
        <p:spPr>
          <a:xfrm>
            <a:off x="2347774" y="3845161"/>
            <a:ext cx="1707392" cy="388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836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E506C-C130-4E2D-A49F-7FF64E54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Hello.jsp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42CEE1-67B0-49A9-B74E-58BDADB6D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382" y="1562181"/>
            <a:ext cx="10220862" cy="432178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EFE01AB-7CCB-486D-BAEC-9A7675E3A6B6}"/>
              </a:ext>
            </a:extLst>
          </p:cNvPr>
          <p:cNvSpPr/>
          <p:nvPr/>
        </p:nvSpPr>
        <p:spPr>
          <a:xfrm>
            <a:off x="1731548" y="5139143"/>
            <a:ext cx="1548366" cy="3273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025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A1218A-6C50-403C-9473-7EC14C38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56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Hello.jsp</a:t>
            </a:r>
            <a:r>
              <a:rPr lang="en-US" altLang="ko-KR" dirty="0"/>
              <a:t> </a:t>
            </a:r>
            <a:br>
              <a:rPr lang="en-US" altLang="ko-KR" dirty="0"/>
            </a:br>
            <a:br>
              <a:rPr lang="en-US" altLang="ko-KR" sz="1100" dirty="0"/>
            </a:br>
            <a:r>
              <a:rPr lang="ko-KR" altLang="en-US" dirty="0"/>
              <a:t>작성 및 실행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55B05A-3365-4EDD-85BF-2E15A9567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46816"/>
            <a:ext cx="9047357" cy="37367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A0E797C-1F3D-464D-A863-739471533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664" y="347540"/>
            <a:ext cx="6047915" cy="18600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F2286AA-7314-414C-BEBC-168419A3FB3C}"/>
              </a:ext>
            </a:extLst>
          </p:cNvPr>
          <p:cNvSpPr/>
          <p:nvPr/>
        </p:nvSpPr>
        <p:spPr>
          <a:xfrm>
            <a:off x="1872224" y="5183104"/>
            <a:ext cx="5944137" cy="435181"/>
          </a:xfrm>
          <a:prstGeom prst="rect">
            <a:avLst/>
          </a:prstGeom>
          <a:solidFill>
            <a:srgbClr val="ED7D31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6D67A4-86B7-46FC-8F80-BDEB7B839504}"/>
              </a:ext>
            </a:extLst>
          </p:cNvPr>
          <p:cNvSpPr/>
          <p:nvPr/>
        </p:nvSpPr>
        <p:spPr>
          <a:xfrm>
            <a:off x="5775664" y="1106405"/>
            <a:ext cx="5736397" cy="435181"/>
          </a:xfrm>
          <a:prstGeom prst="rect">
            <a:avLst/>
          </a:prstGeom>
          <a:solidFill>
            <a:srgbClr val="ED7D31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18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1597D-9B27-40A5-B3F1-5E9C98C6B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C_4. servlet </a:t>
            </a:r>
            <a:r>
              <a:rPr lang="ko-KR" altLang="en-US" dirty="0"/>
              <a:t>페이지 작성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E2E9E2-5D4D-4EDA-A379-09059D42E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42" y="1356531"/>
            <a:ext cx="7218146" cy="57779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8CC28B-C6B5-4E13-A1AA-817D5065F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272" y="1356531"/>
            <a:ext cx="5824728" cy="685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BD27D2D-E838-4A66-AD62-C35BC2FB06C2}"/>
              </a:ext>
            </a:extLst>
          </p:cNvPr>
          <p:cNvSpPr/>
          <p:nvPr/>
        </p:nvSpPr>
        <p:spPr>
          <a:xfrm>
            <a:off x="662892" y="3099727"/>
            <a:ext cx="1265300" cy="2398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667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8BAC1-91C7-413C-B123-79B88F949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HelloWorld.java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64A1D6-6FA1-4354-B23D-36F098EC3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899" y="1501845"/>
            <a:ext cx="7810201" cy="455247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AD8449D-FDE7-46F9-B519-15C1CA6D6BDA}"/>
              </a:ext>
            </a:extLst>
          </p:cNvPr>
          <p:cNvSpPr/>
          <p:nvPr/>
        </p:nvSpPr>
        <p:spPr>
          <a:xfrm>
            <a:off x="2636007" y="3656192"/>
            <a:ext cx="2939845" cy="7865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325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5C12636-5061-4DB5-A794-97BB52C1F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8255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F1F3B0E-EDA8-49EB-A971-9573C6ACD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713" y="144849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</a:rPr>
              <a:t>HelloWorld </a:t>
            </a:r>
            <a:br>
              <a:rPr lang="en-US" altLang="ko-KR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b="1" dirty="0" err="1">
                <a:solidFill>
                  <a:schemeClr val="accent6">
                    <a:lumMod val="75000"/>
                  </a:schemeClr>
                </a:solidFill>
              </a:rPr>
              <a:t>서블릿페이지</a:t>
            </a:r>
            <a:r>
              <a:rPr lang="ko-KR" alt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br>
              <a:rPr lang="en-US" altLang="ko-KR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b="1" dirty="0">
                <a:solidFill>
                  <a:schemeClr val="accent6">
                    <a:lumMod val="75000"/>
                  </a:schemeClr>
                </a:solidFill>
              </a:rPr>
              <a:t>작성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0089DB-D273-4A16-8269-263AD2DC9233}"/>
              </a:ext>
            </a:extLst>
          </p:cNvPr>
          <p:cNvSpPr/>
          <p:nvPr/>
        </p:nvSpPr>
        <p:spPr>
          <a:xfrm>
            <a:off x="2634225" y="3058468"/>
            <a:ext cx="9557776" cy="3512661"/>
          </a:xfrm>
          <a:prstGeom prst="rect">
            <a:avLst/>
          </a:prstGeom>
          <a:solidFill>
            <a:srgbClr val="ED7D31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703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E751E6-6A5B-4B1E-A51D-0CC6EF11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HelloWorld </a:t>
            </a:r>
            <a:r>
              <a:rPr lang="ko-KR" altLang="en-US" dirty="0" err="1"/>
              <a:t>서블릿페이지</a:t>
            </a:r>
            <a:r>
              <a:rPr lang="ko-KR" altLang="en-US" dirty="0"/>
              <a:t> 실행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F06BCC-9396-4DBE-AE08-666430391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561" y="1604962"/>
            <a:ext cx="9936365" cy="419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126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77075-EA61-468E-8BF8-25D603ACD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C_4. </a:t>
            </a:r>
            <a:r>
              <a:rPr lang="ko-KR" altLang="en-US" dirty="0" err="1"/>
              <a:t>서블릿</a:t>
            </a:r>
            <a:r>
              <a:rPr lang="ko-KR" altLang="en-US" dirty="0"/>
              <a:t> 페이지의 실행을 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20830F-C014-4A7C-A761-D59445DF9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760" y="1571418"/>
            <a:ext cx="8886087" cy="471011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21316A9-2F30-4E67-A471-5441540F5D77}"/>
              </a:ext>
            </a:extLst>
          </p:cNvPr>
          <p:cNvSpPr/>
          <p:nvPr/>
        </p:nvSpPr>
        <p:spPr>
          <a:xfrm>
            <a:off x="2203457" y="5524876"/>
            <a:ext cx="1344812" cy="2994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788C95-D12B-4445-A726-33AE7AC2479E}"/>
              </a:ext>
            </a:extLst>
          </p:cNvPr>
          <p:cNvSpPr/>
          <p:nvPr/>
        </p:nvSpPr>
        <p:spPr>
          <a:xfrm>
            <a:off x="4990686" y="2325604"/>
            <a:ext cx="5944137" cy="3134419"/>
          </a:xfrm>
          <a:prstGeom prst="rect">
            <a:avLst/>
          </a:prstGeom>
          <a:solidFill>
            <a:srgbClr val="ED7D31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C512F7-6677-4E30-A000-FAD4B9388E28}"/>
              </a:ext>
            </a:extLst>
          </p:cNvPr>
          <p:cNvSpPr txBox="1"/>
          <p:nvPr/>
        </p:nvSpPr>
        <p:spPr>
          <a:xfrm>
            <a:off x="5966900" y="5501444"/>
            <a:ext cx="3991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페이지를 열어보자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~</a:t>
            </a:r>
            <a:b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수정은 다음장에 기록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…-&gt;</a:t>
            </a:r>
            <a:endParaRPr lang="ko-KR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708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E4E60-084C-4687-A00A-45321DFC7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Web.xml </a:t>
            </a:r>
            <a:r>
              <a:rPr lang="ko-KR" altLang="en-US" dirty="0"/>
              <a:t>수정하기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BB6981-F3CC-4A25-B5F6-78135745C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12416"/>
            <a:ext cx="10442713" cy="515806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30C02F4-8DF0-4510-940F-B96D3C41A111}"/>
              </a:ext>
            </a:extLst>
          </p:cNvPr>
          <p:cNvSpPr/>
          <p:nvPr/>
        </p:nvSpPr>
        <p:spPr>
          <a:xfrm>
            <a:off x="5017063" y="3064159"/>
            <a:ext cx="6336737" cy="2817896"/>
          </a:xfrm>
          <a:prstGeom prst="rect">
            <a:avLst/>
          </a:prstGeom>
          <a:solidFill>
            <a:srgbClr val="ED7D31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0525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7BEA302-9C24-44F8-A7F7-C3C1E3A11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6980"/>
            <a:ext cx="12192000" cy="710872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D5DC2B6-F827-4D33-A6DD-F4D707EA6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3258" y="3304109"/>
            <a:ext cx="10515600" cy="1325563"/>
          </a:xfrm>
        </p:spPr>
        <p:txBody>
          <a:bodyPr/>
          <a:lstStyle/>
          <a:p>
            <a:r>
              <a:rPr lang="ko-KR" altLang="en-US" b="1" dirty="0" err="1">
                <a:solidFill>
                  <a:schemeClr val="accent6">
                    <a:lumMod val="75000"/>
                  </a:schemeClr>
                </a:solidFill>
              </a:rPr>
              <a:t>서블릿</a:t>
            </a:r>
            <a:r>
              <a:rPr lang="ko-KR" altLang="en-US" b="1" dirty="0">
                <a:solidFill>
                  <a:schemeClr val="accent6">
                    <a:lumMod val="75000"/>
                  </a:schemeClr>
                </a:solidFill>
              </a:rPr>
              <a:t> 작성 및 실행 </a:t>
            </a: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ko-KR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80821F2-779E-4356-A588-28908F288AE0}"/>
              </a:ext>
            </a:extLst>
          </p:cNvPr>
          <p:cNvSpPr/>
          <p:nvPr/>
        </p:nvSpPr>
        <p:spPr>
          <a:xfrm>
            <a:off x="1153792" y="2399680"/>
            <a:ext cx="4798773" cy="1858555"/>
          </a:xfrm>
          <a:prstGeom prst="rect">
            <a:avLst/>
          </a:prstGeom>
          <a:solidFill>
            <a:srgbClr val="ED7D31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3E7F1C-02D2-4E4F-B9F5-10831C971352}"/>
              </a:ext>
            </a:extLst>
          </p:cNvPr>
          <p:cNvSpPr/>
          <p:nvPr/>
        </p:nvSpPr>
        <p:spPr>
          <a:xfrm>
            <a:off x="98611" y="6033247"/>
            <a:ext cx="4267201" cy="668039"/>
          </a:xfrm>
          <a:prstGeom prst="rect">
            <a:avLst/>
          </a:prstGeom>
          <a:solidFill>
            <a:srgbClr val="ED7D31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380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47EB810-2EA9-4DB6-B079-EC12B2E3C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91FC320-08C5-4D00-A61D-2EF3B694D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4767" y="3639268"/>
            <a:ext cx="10515600" cy="1325563"/>
          </a:xfrm>
        </p:spPr>
        <p:txBody>
          <a:bodyPr/>
          <a:lstStyle/>
          <a:p>
            <a:r>
              <a:rPr lang="ko-KR" altLang="en-US" b="1" dirty="0" err="1">
                <a:solidFill>
                  <a:schemeClr val="accent6">
                    <a:lumMod val="75000"/>
                  </a:schemeClr>
                </a:solidFill>
              </a:rPr>
              <a:t>서블릿</a:t>
            </a:r>
            <a:r>
              <a:rPr lang="ko-KR" altLang="en-US" b="1" dirty="0">
                <a:solidFill>
                  <a:schemeClr val="accent6">
                    <a:lumMod val="75000"/>
                  </a:schemeClr>
                </a:solidFill>
              </a:rPr>
              <a:t> 작성 및 실행 </a:t>
            </a: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endParaRPr lang="ko-KR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2A8213-D854-4613-ACBF-580A11E5D8FB}"/>
              </a:ext>
            </a:extLst>
          </p:cNvPr>
          <p:cNvSpPr/>
          <p:nvPr/>
        </p:nvSpPr>
        <p:spPr>
          <a:xfrm>
            <a:off x="1082074" y="2309928"/>
            <a:ext cx="5141544" cy="2136565"/>
          </a:xfrm>
          <a:prstGeom prst="rect">
            <a:avLst/>
          </a:prstGeom>
          <a:solidFill>
            <a:srgbClr val="ED7D31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377F7F-0353-422C-8736-3DEC3221213C}"/>
              </a:ext>
            </a:extLst>
          </p:cNvPr>
          <p:cNvSpPr/>
          <p:nvPr/>
        </p:nvSpPr>
        <p:spPr>
          <a:xfrm>
            <a:off x="62751" y="6239435"/>
            <a:ext cx="4572002" cy="461851"/>
          </a:xfrm>
          <a:prstGeom prst="rect">
            <a:avLst/>
          </a:prstGeom>
          <a:solidFill>
            <a:srgbClr val="ED7D31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637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237</Words>
  <Application>Microsoft Office PowerPoint</Application>
  <PresentationFormat>와이드스크린</PresentationFormat>
  <Paragraphs>44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맑은 고딕</vt:lpstr>
      <vt:lpstr>Arial</vt:lpstr>
      <vt:lpstr>Office 테마</vt:lpstr>
      <vt:lpstr>Try~ Java Web</vt:lpstr>
      <vt:lpstr>A. 프로젝트 폴더 생성</vt:lpstr>
      <vt:lpstr>경로에 맞춰서 이클립스 실행</vt:lpstr>
      <vt:lpstr>프로젝트폴더안의 환경파일을 확인한다.</vt:lpstr>
      <vt:lpstr>이클립스 OPEN.</vt:lpstr>
      <vt:lpstr>B. 자바웹을 개발하기 위한 WAS설정.</vt:lpstr>
      <vt:lpstr>이클립스   하단 Servers</vt:lpstr>
      <vt:lpstr> 이클립스에   서버설정 확인</vt:lpstr>
      <vt:lpstr>B_2. Tomcat 포트Port 번호변경_충돌방지</vt:lpstr>
      <vt:lpstr>Dynamic Web Project 생성 </vt:lpstr>
      <vt:lpstr>Next버튼-&gt; Web Module에서 체크</vt:lpstr>
      <vt:lpstr>C. Dynamic 프로젝트 시작.</vt:lpstr>
      <vt:lpstr>C_2. 이클립스 한글설정</vt:lpstr>
      <vt:lpstr>검색란에 enc입력</vt:lpstr>
      <vt:lpstr>코딩영역 한글깨짐방지.</vt:lpstr>
      <vt:lpstr>스타일시트 한글깨짐방지.</vt:lpstr>
      <vt:lpstr> html파일 한글깨짐방지.</vt:lpstr>
      <vt:lpstr>Jsp파일 한글깨짐방지</vt:lpstr>
      <vt:lpstr>xml파일 한글깨짐 방지</vt:lpstr>
      <vt:lpstr>C. Dynamic 프로젝트 작성 시작</vt:lpstr>
      <vt:lpstr>C_3. WebContent에 hello.jsp 생성</vt:lpstr>
      <vt:lpstr>Hello.jsp</vt:lpstr>
      <vt:lpstr>Hello.jsp   작성 및 실행</vt:lpstr>
      <vt:lpstr>C_4. servlet 페이지 작성</vt:lpstr>
      <vt:lpstr>HelloWorld.java</vt:lpstr>
      <vt:lpstr>HelloWorld  서블릿페이지  작성</vt:lpstr>
      <vt:lpstr>HelloWorld 서블릿페이지 실행</vt:lpstr>
      <vt:lpstr>C_4. 서블릿 페이지의 실행을 설정</vt:lpstr>
      <vt:lpstr>Web.xml 수정하기</vt:lpstr>
      <vt:lpstr>서블릿 작성 및 실행 1</vt:lpstr>
      <vt:lpstr>서블릿 작성 및 실행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JSP 7page</dc:title>
  <dc:creator>ChoiSunKyoung</dc:creator>
  <cp:lastModifiedBy>ChoiSunKyoung</cp:lastModifiedBy>
  <cp:revision>29</cp:revision>
  <dcterms:created xsi:type="dcterms:W3CDTF">2022-02-20T17:19:32Z</dcterms:created>
  <dcterms:modified xsi:type="dcterms:W3CDTF">2022-03-01T14:23:32Z</dcterms:modified>
</cp:coreProperties>
</file>