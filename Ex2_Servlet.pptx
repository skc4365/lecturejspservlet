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0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805E5-F090-4283-A8C8-CBB360CDD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6C8850-43CF-4760-8560-0C8B97A7C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29C80F-1F13-4084-9EDA-42E6408B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CEBE7F-87C1-4E46-884A-0C8AC67B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B354B4-2585-4DEA-8689-70F8987D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19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F9B411-1055-4ADB-ADC0-6CC0CDE63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17DA5-0534-4027-8E8D-9B80F53E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2A27FD-7149-431E-88DC-CE2CFF8C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CA914F-C9E5-4619-B5C4-4C2302CD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B2D37D-414E-42C6-A9E1-FD5B3969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19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BF3AB-BB3B-4CE8-A84B-83AB2DD7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B71816-3567-4E6E-BEA6-83027B35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8274F9-B78C-41C5-83EB-3B4AC14B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0FE90D-FC33-4C25-90AD-8D8519A1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6A3EC-F289-46A4-9265-32C6ABBA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8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952BD-CE5D-4022-905B-1B86C81C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B336DA-3548-4B00-8066-774AE0549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66005C-123D-4BE4-B1B1-C531AFD0B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1502F-5703-481D-A880-D34B6481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26E84B-48BA-4139-80BF-2F2F39F5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417E8C-5EAD-4164-9F60-8E2DC420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627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F92D8-98AD-4FA6-A447-D7CFC5DA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2B526-5F5B-41CB-A54E-0598CC4BF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717BE7-24D0-47B6-9823-2F4009109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1D3DBE-40F5-4776-8874-2566F40CF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B086CB-7F0A-4400-879F-4B9CB5A40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D7064A-797D-4059-8C7C-20A06A22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EE730D-2C96-4FEF-B4B2-E5E619F7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799FF13-FFA1-4C49-B1EB-98382F5F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648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2A371-B5A8-44B3-9715-9E805201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9B69CD-CAF7-495C-B45D-76285F228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418A84-B817-445A-8B59-C4D1A535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0D873D-0AF9-4CE0-AF60-4EA55CE5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17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BAC97E-C5FC-4098-A29F-DB197491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247AF18-6F53-400C-B7B8-17B460D5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077634-6E0D-4859-8242-AAEADAB74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377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0718A9-515C-4961-A805-7633760E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5ABCA-CBD2-4E2C-989A-0FE1369CC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92E961-4117-4506-BDFE-6DC56BB18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6EC350-4F3D-4B31-AFD0-E9FBAE2A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9977C1-D413-4A8B-98B5-D23F0EEB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CBC34-22EE-4C22-81CE-CC6D45DD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42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96A599-3559-4610-8227-592C93992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0DA4C9-AA95-44DB-AD5B-5504BD700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F5BD2A-6EE2-4C3C-8B5C-0FB6A92D3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684C46-8397-49C3-9D9C-3C5D773F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1CE087-50B7-4AE3-9674-BACF1F35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A709B3-714E-4D71-B112-6627AC5F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91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C813A-A9D2-4536-991A-7ADBD90E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D2ED30-D53E-4029-B70C-6F7796B7B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87E779-3447-4D9B-81DB-55290601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99A1E8-D31E-494A-B8AC-979C04B93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FA2750-C0BF-4383-A570-7685FE64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07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9D1F6B-3EEA-40A1-8774-89711F068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4D953F-3B14-4319-B747-E55D51071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D36432-DBD0-4D93-9F8E-C82477C2E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29F77-5150-4A0D-B982-1B4C39E22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401FCE-C6A9-46A4-957A-F5A9FA20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30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24557E-BBDE-4BE7-A617-D257D8C4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C634B7-EC36-492D-9752-B3D50E7EF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ED23B8-C255-4961-9B91-AE4477761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8662E-BCFC-4974-9EF7-408E6C146F0E}" type="datetimeFigureOut">
              <a:rPr lang="ko-KR" altLang="en-US" smtClean="0"/>
              <a:t>2022-03-09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9F45D-2C72-4159-BBA8-238D1A3B6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DF1C00-3A43-4BFC-8D11-5872C7AB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E0A2E-9EB7-4D44-B202-C2BB21EF81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22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BA71E7-A264-417A-977B-2D86B52A8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Ex2_Servlet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E2C84B-A8F9-4E2F-8650-5DA4A3B06C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교사 최선경</a:t>
            </a:r>
          </a:p>
        </p:txBody>
      </p:sp>
    </p:spTree>
    <p:extLst>
      <p:ext uri="{BB962C8B-B14F-4D97-AF65-F5344CB8AC3E}">
        <p14:creationId xmlns:p14="http://schemas.microsoft.com/office/powerpoint/2010/main" val="52791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4995426-0FB5-469D-8E07-897754BD7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824" y="366285"/>
            <a:ext cx="7916380" cy="612543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102CDF7-C05C-4E36-912E-C8D0CE632DD5}"/>
              </a:ext>
            </a:extLst>
          </p:cNvPr>
          <p:cNvSpPr/>
          <p:nvPr/>
        </p:nvSpPr>
        <p:spPr>
          <a:xfrm>
            <a:off x="6399666" y="4031225"/>
            <a:ext cx="924233" cy="2949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C36F80-0734-4268-A284-5921E82EF4ED}"/>
              </a:ext>
            </a:extLst>
          </p:cNvPr>
          <p:cNvSpPr/>
          <p:nvPr/>
        </p:nvSpPr>
        <p:spPr>
          <a:xfrm>
            <a:off x="9356813" y="5775033"/>
            <a:ext cx="1167580" cy="4592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C8FED85-73BE-484C-82D8-A82CED0F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16"/>
            <a:ext cx="10515600" cy="1325563"/>
          </a:xfrm>
        </p:spPr>
        <p:txBody>
          <a:bodyPr/>
          <a:lstStyle/>
          <a:p>
            <a:r>
              <a:rPr lang="en-US" altLang="ko-KR" dirty="0"/>
              <a:t>Servlet </a:t>
            </a:r>
            <a:r>
              <a:rPr lang="ko-KR" altLang="en-US" dirty="0"/>
              <a:t>파일 생성</a:t>
            </a:r>
          </a:p>
        </p:txBody>
      </p:sp>
    </p:spTree>
    <p:extLst>
      <p:ext uri="{BB962C8B-B14F-4D97-AF65-F5344CB8AC3E}">
        <p14:creationId xmlns:p14="http://schemas.microsoft.com/office/powerpoint/2010/main" val="2156487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03A6D-472C-4F42-AB61-B7814B6F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6C8345-70F8-465C-AB39-9D1191E76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3131192" cy="6764593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9C53FF5-ED9B-476F-824E-2EFD041A423A}"/>
              </a:ext>
            </a:extLst>
          </p:cNvPr>
          <p:cNvSpPr/>
          <p:nvPr/>
        </p:nvSpPr>
        <p:spPr>
          <a:xfrm>
            <a:off x="297804" y="1097525"/>
            <a:ext cx="2128873" cy="696105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66E5203-60B7-4FFC-837E-3F058BDAD5CD}"/>
              </a:ext>
            </a:extLst>
          </p:cNvPr>
          <p:cNvSpPr/>
          <p:nvPr/>
        </p:nvSpPr>
        <p:spPr>
          <a:xfrm>
            <a:off x="3256189" y="1487319"/>
            <a:ext cx="2634656" cy="271144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77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8558CB2-6858-4239-A575-68B616C41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429499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68A82CC-5029-42B7-8A01-75E736E7299B}"/>
              </a:ext>
            </a:extLst>
          </p:cNvPr>
          <p:cNvSpPr/>
          <p:nvPr/>
        </p:nvSpPr>
        <p:spPr>
          <a:xfrm>
            <a:off x="2461847" y="1369355"/>
            <a:ext cx="1099038" cy="327560"/>
          </a:xfrm>
          <a:prstGeom prst="roundRect">
            <a:avLst/>
          </a:prstGeom>
          <a:solidFill>
            <a:schemeClr val="accent4"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42C6C42-1FF3-48A7-8CB6-942E8B467D8C}"/>
              </a:ext>
            </a:extLst>
          </p:cNvPr>
          <p:cNvSpPr/>
          <p:nvPr/>
        </p:nvSpPr>
        <p:spPr>
          <a:xfrm>
            <a:off x="1233959" y="1749667"/>
            <a:ext cx="1227888" cy="327560"/>
          </a:xfrm>
          <a:prstGeom prst="roundRect">
            <a:avLst/>
          </a:prstGeom>
          <a:solidFill>
            <a:schemeClr val="accent6"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F600FD-9553-4433-A929-98FB5333CE3C}"/>
              </a:ext>
            </a:extLst>
          </p:cNvPr>
          <p:cNvSpPr/>
          <p:nvPr/>
        </p:nvSpPr>
        <p:spPr>
          <a:xfrm>
            <a:off x="4277614" y="2132252"/>
            <a:ext cx="2634656" cy="271144"/>
          </a:xfrm>
          <a:prstGeom prst="roundRect">
            <a:avLst/>
          </a:prstGeom>
          <a:solidFill>
            <a:schemeClr val="accent4"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04AC1FB-04B7-4E7C-BD5B-69E149FDCE1E}"/>
              </a:ext>
            </a:extLst>
          </p:cNvPr>
          <p:cNvSpPr/>
          <p:nvPr/>
        </p:nvSpPr>
        <p:spPr>
          <a:xfrm>
            <a:off x="9000496" y="4087461"/>
            <a:ext cx="1910757" cy="327560"/>
          </a:xfrm>
          <a:prstGeom prst="roundRect">
            <a:avLst/>
          </a:prstGeom>
          <a:solidFill>
            <a:schemeClr val="accent6">
              <a:alpha val="2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302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FC6E4-65CC-4207-9834-914BE4EB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Servlet</a:t>
            </a:r>
            <a:r>
              <a:rPr lang="ko-KR" altLang="en-US" dirty="0"/>
              <a:t>의 </a:t>
            </a:r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ko-KR" altLang="en-US" dirty="0"/>
              <a:t>경로 축약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A704FB-C45E-40D2-A42A-1AB9BDBA2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sz="3500" dirty="0">
                <a:solidFill>
                  <a:srgbClr val="FF0000"/>
                </a:solidFill>
              </a:rPr>
              <a:t>web.xml</a:t>
            </a:r>
            <a:r>
              <a:rPr lang="en-US" altLang="ko-KR" dirty="0"/>
              <a:t> </a:t>
            </a:r>
            <a:r>
              <a:rPr lang="ko-KR" altLang="en-US" dirty="0"/>
              <a:t>을 사용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sz="3500" dirty="0">
                <a:solidFill>
                  <a:srgbClr val="FF0000"/>
                </a:solidFill>
              </a:rPr>
              <a:t>annotation</a:t>
            </a:r>
            <a:r>
              <a:rPr lang="en-US" altLang="ko-KR" dirty="0"/>
              <a:t> </a:t>
            </a:r>
            <a:r>
              <a:rPr lang="ko-KR" altLang="en-US" dirty="0"/>
              <a:t>을 사용 </a:t>
            </a:r>
            <a:r>
              <a:rPr lang="en-US" altLang="ko-KR" dirty="0"/>
              <a:t>( </a:t>
            </a:r>
            <a:r>
              <a:rPr lang="ko-KR" altLang="en-US" dirty="0" err="1"/>
              <a:t>서블릿</a:t>
            </a:r>
            <a:r>
              <a:rPr lang="ko-KR" altLang="en-US" dirty="0"/>
              <a:t> </a:t>
            </a:r>
            <a:r>
              <a:rPr lang="en-US" altLang="ko-KR" dirty="0"/>
              <a:t>3.0 </a:t>
            </a:r>
            <a:r>
              <a:rPr lang="ko-KR" altLang="en-US" dirty="0"/>
              <a:t>부터 사용가능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??? </a:t>
            </a:r>
            <a:r>
              <a:rPr lang="ko-KR" altLang="en-US" dirty="0"/>
              <a:t>경로를 줄여서 사용하는 </a:t>
            </a:r>
            <a:r>
              <a:rPr lang="ko-KR" altLang="en-US" sz="3500" dirty="0">
                <a:solidFill>
                  <a:srgbClr val="FF0000"/>
                </a:solidFill>
              </a:rPr>
              <a:t>이유</a:t>
            </a:r>
            <a:r>
              <a:rPr lang="ko-KR" altLang="en-US" dirty="0"/>
              <a:t> </a:t>
            </a:r>
            <a:r>
              <a:rPr lang="en-US" altLang="ko-KR" dirty="0"/>
              <a:t>?? </a:t>
            </a:r>
            <a:r>
              <a:rPr lang="ko-KR" altLang="en-US" dirty="0"/>
              <a:t>교재를 읽고 </a:t>
            </a:r>
            <a:r>
              <a:rPr lang="ko-KR" altLang="en-US" dirty="0" err="1"/>
              <a:t>알아두자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859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B07F457-9C96-4751-8A0D-0E51A875D3AD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Ex2_2 </a:t>
            </a:r>
            <a:r>
              <a:rPr lang="en-US" altLang="ko-KR" dirty="0" err="1"/>
              <a:t>LifeCycle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069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F6E4873-1169-44FD-893A-349E91085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90" y="171230"/>
            <a:ext cx="10736826" cy="6479935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091D4D-ED4E-4BB5-AB27-1105A15C4F19}"/>
              </a:ext>
            </a:extLst>
          </p:cNvPr>
          <p:cNvSpPr/>
          <p:nvPr/>
        </p:nvSpPr>
        <p:spPr>
          <a:xfrm>
            <a:off x="7224914" y="5950973"/>
            <a:ext cx="1319318" cy="4592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A1B1C5-7A70-40DB-A384-F1A2093ABDB3}"/>
              </a:ext>
            </a:extLst>
          </p:cNvPr>
          <p:cNvSpPr/>
          <p:nvPr/>
        </p:nvSpPr>
        <p:spPr>
          <a:xfrm>
            <a:off x="860945" y="500123"/>
            <a:ext cx="1449260" cy="379583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CAC50FB-9BAE-4255-8442-8C9BEC1EB16A}"/>
              </a:ext>
            </a:extLst>
          </p:cNvPr>
          <p:cNvSpPr/>
          <p:nvPr/>
        </p:nvSpPr>
        <p:spPr>
          <a:xfrm>
            <a:off x="4354460" y="2991023"/>
            <a:ext cx="4189772" cy="875953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40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BFA8383A-2CC2-4849-9F03-659E75022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585" y="421116"/>
            <a:ext cx="5677692" cy="60492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8CD5171-AB29-4571-A49E-E5FA25BED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5" y="421116"/>
            <a:ext cx="5677692" cy="60492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3F1929D-3D58-430D-94A5-3E652B4BAB80}"/>
              </a:ext>
            </a:extLst>
          </p:cNvPr>
          <p:cNvSpPr/>
          <p:nvPr/>
        </p:nvSpPr>
        <p:spPr>
          <a:xfrm>
            <a:off x="9550243" y="5915711"/>
            <a:ext cx="1167580" cy="4592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040D920-BCE2-4AB1-A976-1398D74E0E14}"/>
              </a:ext>
            </a:extLst>
          </p:cNvPr>
          <p:cNvSpPr/>
          <p:nvPr/>
        </p:nvSpPr>
        <p:spPr>
          <a:xfrm>
            <a:off x="2619445" y="5915711"/>
            <a:ext cx="1167580" cy="4592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7DCAC9A-DF2E-405A-AC46-29F7E7AB773E}"/>
              </a:ext>
            </a:extLst>
          </p:cNvPr>
          <p:cNvSpPr/>
          <p:nvPr/>
        </p:nvSpPr>
        <p:spPr>
          <a:xfrm>
            <a:off x="6302949" y="3567592"/>
            <a:ext cx="4265405" cy="1698999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3167D94-F156-4FE7-9B07-2CAED4D87B50}"/>
              </a:ext>
            </a:extLst>
          </p:cNvPr>
          <p:cNvSpPr/>
          <p:nvPr/>
        </p:nvSpPr>
        <p:spPr>
          <a:xfrm>
            <a:off x="346805" y="3655516"/>
            <a:ext cx="1276841" cy="679092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45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2FDFDB0-1F5A-4CAD-A464-9DB736F8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2C34269-673E-4F97-A7C0-5A5AF9D8A4D6}"/>
              </a:ext>
            </a:extLst>
          </p:cNvPr>
          <p:cNvSpPr/>
          <p:nvPr/>
        </p:nvSpPr>
        <p:spPr>
          <a:xfrm>
            <a:off x="8996516" y="690275"/>
            <a:ext cx="2989006" cy="1512151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32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C65C0-0B59-41F0-A2AB-DF73D703C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45" y="256970"/>
            <a:ext cx="10515600" cy="1325563"/>
          </a:xfrm>
        </p:spPr>
        <p:txBody>
          <a:bodyPr/>
          <a:lstStyle/>
          <a:p>
            <a:r>
              <a:rPr lang="ko-KR" altLang="en-US" dirty="0"/>
              <a:t>코드 수정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34C932E-F233-4D42-9D88-534FB05F8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02" y="1819788"/>
            <a:ext cx="10879841" cy="366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1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9EC76C0C-2CA8-4F34-934E-500248B25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4540843-2D4A-44AF-8711-B3117BFE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38" y="1779177"/>
            <a:ext cx="10515600" cy="1325563"/>
          </a:xfrm>
        </p:spPr>
        <p:txBody>
          <a:bodyPr>
            <a:noAutofit/>
          </a:bodyPr>
          <a:lstStyle/>
          <a:p>
            <a:r>
              <a:rPr lang="ko-KR" altLang="en-US" sz="3000" dirty="0" err="1">
                <a:solidFill>
                  <a:schemeClr val="accent6">
                    <a:lumMod val="75000"/>
                  </a:schemeClr>
                </a:solidFill>
              </a:rPr>
              <a:t>첫번째실행</a:t>
            </a:r>
            <a:br>
              <a:rPr lang="en-US" altLang="ko-KR" sz="3000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sz="3000" dirty="0">
                <a:solidFill>
                  <a:schemeClr val="accent6">
                    <a:lumMod val="75000"/>
                  </a:schemeClr>
                </a:solidFill>
              </a:rPr>
              <a:t>-&gt; </a:t>
            </a:r>
            <a:r>
              <a:rPr lang="ko-KR" altLang="en-US" sz="3000" dirty="0" err="1">
                <a:solidFill>
                  <a:schemeClr val="accent6">
                    <a:lumMod val="75000"/>
                  </a:schemeClr>
                </a:solidFill>
              </a:rPr>
              <a:t>새로고침을</a:t>
            </a:r>
            <a:r>
              <a:rPr lang="ko-KR" altLang="en-US" sz="3000" dirty="0">
                <a:solidFill>
                  <a:schemeClr val="accent6">
                    <a:lumMod val="75000"/>
                  </a:schemeClr>
                </a:solidFill>
              </a:rPr>
              <a:t> 눌러</a:t>
            </a:r>
            <a:br>
              <a:rPr lang="en-US" altLang="ko-KR" sz="3000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ko-KR" altLang="en-US" sz="3000" dirty="0">
                <a:solidFill>
                  <a:schemeClr val="accent6">
                    <a:lumMod val="75000"/>
                  </a:schemeClr>
                </a:solidFill>
              </a:rPr>
              <a:t>하단의 </a:t>
            </a:r>
            <a:r>
              <a:rPr lang="en-US" altLang="ko-KR" sz="3000" dirty="0">
                <a:solidFill>
                  <a:schemeClr val="accent6">
                    <a:lumMod val="75000"/>
                  </a:schemeClr>
                </a:solidFill>
              </a:rPr>
              <a:t>console </a:t>
            </a:r>
            <a:r>
              <a:rPr lang="ko-KR" altLang="en-US" sz="3000" dirty="0">
                <a:solidFill>
                  <a:schemeClr val="accent6">
                    <a:lumMod val="75000"/>
                  </a:schemeClr>
                </a:solidFill>
              </a:rPr>
              <a:t>확인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F821DAD-8077-4220-A57B-1E8E3F58F08E}"/>
              </a:ext>
            </a:extLst>
          </p:cNvPr>
          <p:cNvSpPr/>
          <p:nvPr/>
        </p:nvSpPr>
        <p:spPr>
          <a:xfrm>
            <a:off x="106925" y="5466735"/>
            <a:ext cx="2823088" cy="1091381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8FC3446-3996-4A9C-8352-473CC2F9A511}"/>
              </a:ext>
            </a:extLst>
          </p:cNvPr>
          <p:cNvSpPr/>
          <p:nvPr/>
        </p:nvSpPr>
        <p:spPr>
          <a:xfrm>
            <a:off x="662825" y="817280"/>
            <a:ext cx="330233" cy="30359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008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2677F-4FEA-4404-83C2-65D43EB8C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수정후</a:t>
            </a:r>
            <a:r>
              <a:rPr lang="ko-KR" altLang="en-US" dirty="0"/>
              <a:t> 재실행</a:t>
            </a:r>
            <a:r>
              <a:rPr lang="en-US" altLang="ko-KR" dirty="0"/>
              <a:t>~ </a:t>
            </a:r>
            <a:r>
              <a:rPr lang="ko-KR" altLang="en-US" dirty="0"/>
              <a:t>직전에 확인해보자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289EF3-8E28-44BD-966A-F491E078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78" y="2568803"/>
            <a:ext cx="9367035" cy="110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85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4BF360E-135B-4B46-B639-F6E055E5E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1D63CC6-7164-43BA-A023-ABEC351A476C}"/>
              </a:ext>
            </a:extLst>
          </p:cNvPr>
          <p:cNvSpPr/>
          <p:nvPr/>
        </p:nvSpPr>
        <p:spPr>
          <a:xfrm>
            <a:off x="116756" y="4817806"/>
            <a:ext cx="4209437" cy="1622323"/>
          </a:xfrm>
          <a:prstGeom prst="roundRect">
            <a:avLst/>
          </a:prstGeom>
          <a:solidFill>
            <a:srgbClr val="FF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3683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FC6E4-65CC-4207-9834-914BE4EBF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Servlet</a:t>
            </a:r>
            <a:r>
              <a:rPr lang="ko-KR" altLang="en-US" dirty="0"/>
              <a:t>의 </a:t>
            </a:r>
            <a:r>
              <a:rPr lang="en-US" altLang="ko-KR" dirty="0" err="1"/>
              <a:t>LifeCycle</a:t>
            </a:r>
            <a:r>
              <a:rPr lang="en-US" altLang="ko-KR" dirty="0"/>
              <a:t> </a:t>
            </a:r>
            <a:r>
              <a:rPr lang="ko-KR" altLang="en-US" dirty="0"/>
              <a:t>생명주기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A704FB-C45E-40D2-A42A-1AB9BDBA2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1. </a:t>
            </a:r>
            <a:r>
              <a:rPr lang="en-US" altLang="ko-KR" sz="3500" dirty="0" err="1">
                <a:solidFill>
                  <a:srgbClr val="FF0000"/>
                </a:solidFill>
              </a:rPr>
              <a:t>init</a:t>
            </a:r>
            <a:r>
              <a:rPr lang="en-US" altLang="ko-KR" dirty="0"/>
              <a:t> </a:t>
            </a:r>
            <a:r>
              <a:rPr lang="ko-KR" altLang="en-US" dirty="0"/>
              <a:t>초기화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sz="3500" dirty="0">
                <a:solidFill>
                  <a:srgbClr val="FF0000"/>
                </a:solidFill>
              </a:rPr>
              <a:t>service</a:t>
            </a:r>
            <a:r>
              <a:rPr lang="en-US" altLang="ko-KR" dirty="0"/>
              <a:t> </a:t>
            </a:r>
            <a:r>
              <a:rPr lang="ko-KR" altLang="en-US" dirty="0"/>
              <a:t>클라이언트의 요청 처리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en-US" altLang="ko-KR" sz="3500" dirty="0">
                <a:solidFill>
                  <a:srgbClr val="FF0000"/>
                </a:solidFill>
              </a:rPr>
              <a:t>destroy</a:t>
            </a:r>
            <a:r>
              <a:rPr lang="en-US" altLang="ko-KR" dirty="0"/>
              <a:t> </a:t>
            </a:r>
            <a:r>
              <a:rPr lang="ko-KR" altLang="en-US" dirty="0"/>
              <a:t>자원의 </a:t>
            </a:r>
            <a:r>
              <a:rPr lang="ko-KR" altLang="en-US" dirty="0" err="1"/>
              <a:t>해제시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??? </a:t>
            </a:r>
            <a:r>
              <a:rPr lang="ko-KR" altLang="en-US" dirty="0" err="1"/>
              <a:t>서블릿의</a:t>
            </a:r>
            <a:r>
              <a:rPr lang="ko-KR" altLang="en-US" dirty="0"/>
              <a:t> 실행흐름을 이해한다</a:t>
            </a:r>
            <a:endParaRPr lang="en-US" altLang="ko-KR" dirty="0"/>
          </a:p>
          <a:p>
            <a:r>
              <a:rPr lang="en-US" altLang="ko-KR" sz="3800" dirty="0">
                <a:solidFill>
                  <a:srgbClr val="FF0000"/>
                </a:solidFill>
              </a:rPr>
              <a:t> </a:t>
            </a:r>
            <a:r>
              <a:rPr lang="ko-KR" altLang="en-US" sz="3800" dirty="0">
                <a:solidFill>
                  <a:srgbClr val="FF0000"/>
                </a:solidFill>
              </a:rPr>
              <a:t>생성 </a:t>
            </a:r>
            <a:r>
              <a:rPr lang="en-US" altLang="ko-KR" sz="3800" dirty="0">
                <a:solidFill>
                  <a:srgbClr val="FF0000"/>
                </a:solidFill>
              </a:rPr>
              <a:t>-&gt; </a:t>
            </a:r>
            <a:r>
              <a:rPr lang="ko-KR" altLang="en-US" sz="3800" dirty="0">
                <a:solidFill>
                  <a:srgbClr val="FF0000"/>
                </a:solidFill>
              </a:rPr>
              <a:t>실행</a:t>
            </a:r>
            <a:r>
              <a:rPr lang="en-US" altLang="ko-KR" sz="3800" dirty="0">
                <a:solidFill>
                  <a:srgbClr val="FF0000"/>
                </a:solidFill>
              </a:rPr>
              <a:t>…</a:t>
            </a:r>
            <a:r>
              <a:rPr lang="ko-KR" altLang="en-US" sz="3800" dirty="0">
                <a:solidFill>
                  <a:srgbClr val="FF0000"/>
                </a:solidFill>
              </a:rPr>
              <a:t>실행</a:t>
            </a:r>
            <a:r>
              <a:rPr lang="en-US" altLang="ko-KR" sz="3800" dirty="0">
                <a:solidFill>
                  <a:srgbClr val="FF0000"/>
                </a:solidFill>
              </a:rPr>
              <a:t>…</a:t>
            </a:r>
            <a:r>
              <a:rPr lang="ko-KR" altLang="en-US" sz="3800" dirty="0">
                <a:solidFill>
                  <a:srgbClr val="FF0000"/>
                </a:solidFill>
              </a:rPr>
              <a:t>실행</a:t>
            </a:r>
            <a:r>
              <a:rPr lang="en-US" altLang="ko-KR" sz="3800" dirty="0">
                <a:solidFill>
                  <a:srgbClr val="FF0000"/>
                </a:solidFill>
              </a:rPr>
              <a:t>…</a:t>
            </a:r>
            <a:r>
              <a:rPr lang="ko-KR" altLang="en-US" sz="3800" dirty="0">
                <a:solidFill>
                  <a:srgbClr val="FF0000"/>
                </a:solidFill>
              </a:rPr>
              <a:t>실행</a:t>
            </a:r>
            <a:r>
              <a:rPr lang="en-US" altLang="ko-KR" sz="3800" dirty="0">
                <a:solidFill>
                  <a:srgbClr val="FF0000"/>
                </a:solidFill>
              </a:rPr>
              <a:t>… -&gt; </a:t>
            </a:r>
            <a:r>
              <a:rPr lang="ko-KR" altLang="en-US" sz="3800" dirty="0">
                <a:solidFill>
                  <a:srgbClr val="FF0000"/>
                </a:solidFill>
              </a:rPr>
              <a:t>소멸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123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98</Words>
  <Application>Microsoft Office PowerPoint</Application>
  <PresentationFormat>와이드스크린</PresentationFormat>
  <Paragraphs>25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Ex2_Servlet</vt:lpstr>
      <vt:lpstr>Servlet 파일 생성</vt:lpstr>
      <vt:lpstr>PowerPoint 프레젠테이션</vt:lpstr>
      <vt:lpstr>PowerPoint 프레젠테이션</vt:lpstr>
      <vt:lpstr>Servlet의 Url 경로 축약 방법</vt:lpstr>
      <vt:lpstr>PowerPoint 프레젠테이션</vt:lpstr>
      <vt:lpstr>PowerPoint 프레젠테이션</vt:lpstr>
      <vt:lpstr>PowerPoint 프레젠테이션</vt:lpstr>
      <vt:lpstr>PowerPoint 프레젠테이션</vt:lpstr>
      <vt:lpstr>코드 수정</vt:lpstr>
      <vt:lpstr>첫번째실행  -&gt; 새로고침을 눌러  하단의 console 확인</vt:lpstr>
      <vt:lpstr>수정후 재실행~ 직전에 확인해보자</vt:lpstr>
      <vt:lpstr>PowerPoint 프레젠테이션</vt:lpstr>
      <vt:lpstr>Servlet의 LifeCycle 생명주기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Ex2_Servlet</dc:title>
  <dc:creator>ChoiSunKyoung</dc:creator>
  <cp:lastModifiedBy>ChoiSunKyoung</cp:lastModifiedBy>
  <cp:revision>20</cp:revision>
  <dcterms:created xsi:type="dcterms:W3CDTF">2022-03-05T11:18:07Z</dcterms:created>
  <dcterms:modified xsi:type="dcterms:W3CDTF">2022-03-08T22:38:54Z</dcterms:modified>
</cp:coreProperties>
</file>