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60" r:id="rId8"/>
    <p:sldId id="271" r:id="rId9"/>
    <p:sldId id="261" r:id="rId10"/>
    <p:sldId id="264" r:id="rId11"/>
    <p:sldId id="262" r:id="rId12"/>
    <p:sldId id="263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8" d="100"/>
          <a:sy n="78" d="100"/>
        </p:scale>
        <p:origin x="806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3C556-4D41-49EC-8B1E-1B4772184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0B5699-30C3-4508-8752-BDAE1F70D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45FF0-4C55-42FD-A37B-285A02A0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1F02DE-B6AE-4A43-B043-AE895230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2A5B0D-CA62-49B6-AFDA-DF873235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98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41E57-ABB8-4FBD-B7DD-C054F4C4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A4D5AF-1A18-498F-BA44-12E7A9234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801031-5E7A-4DE7-8A4C-4E91D356D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B2D1F8-6D20-4C1B-B6F7-03B1C3D3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F4B56-25F4-4D93-A24F-A268D285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53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4521C-0655-4B65-A1B0-98A1EEFE6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6F7DD-A12B-4988-AE96-EEEE59EBC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68A5B3-341B-43AD-86E2-B5205FEE3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C95152-1ED8-406C-9B3B-31C8522A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A7153-F262-4EBB-8D62-9BAAEC8F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171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62692-BAFD-4204-A476-62AA0A0F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E250C5-105F-441B-A248-202727FCE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1410BB-9E32-4F85-B519-A76380868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6A4482-97C7-4E2C-857E-79F43762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D04FA0-BEC4-4BF1-98E5-C5581C4C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B8B60C-A6F8-4924-981D-06832E96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00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29049-45D5-4B4F-8706-26D3C9B91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339B7F-53ED-46E8-93AF-DCBD4A91E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1EDAAE-FCF0-45DA-B4BB-40CFB74FC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DFE2F1-3224-4C26-BB52-597F528F6D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E7625C-094B-41F8-BE6D-B3F0D6DEF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6C7C32-31E1-4E00-B517-C06E7CF9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B5B966-71BF-4A8D-91BB-878BB7F9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DB9477-9441-4902-88AB-35344B5C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28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344FE-F283-42B6-AF68-927918554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44A6BD-4D1A-4211-A265-6502C347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414A75-E10C-49C8-B421-D0FD95F3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46E73B-0FB4-4957-A729-CDF2D332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1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527129-B89B-4C55-A3DB-1F8C16E5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E9317F-65F2-4CDC-801D-94C10872D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CA2E2E-61E5-425C-B3CE-806ADE6A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25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B8626-D800-40D6-A9F8-5C642D4BF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C0D89-2792-4941-B877-C80AB3EAD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593CE3-ACE5-4C94-9B8C-13C45462B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2B6CC4-456F-43D0-9BAD-2BC7EE5D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DB245A-0EEA-4124-A375-D46F9F59B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20662C-9843-4E9A-8DC4-F036862B1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91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E4236-0999-4F7E-87B6-22733DA46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DF0E1C-F9A4-4428-B86A-552380F4D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2B1341-5F70-4512-9073-C95189879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B01E50-D76E-442A-B639-6A583E6F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077830-1AF8-4BCE-BBB8-7CA21664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FB0D59-E814-4ED5-8D3E-9667F053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47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BD3C58-3D0C-46AA-AA71-4F9C8BF60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7DC8E4-55A3-4E1C-B8D6-6E9170DBA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8DDAAC-C667-4F9C-8FD0-0435CDD7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CA9367-249E-4639-AD45-02760E84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50EFA1-EB0E-4276-8581-F01D7A0A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477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BAEE84-5FA2-4EEA-95A9-E4D4CE5C0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E48DB1-40E3-46ED-A886-56D768413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520BA1-6E2C-454B-A7F1-CE9714A6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A50C35-90DE-4E60-8CAF-44BB93A4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FE1775-6BE8-4623-A874-0F9274F2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735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B162DC-6070-4488-BC0E-456BF9365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861F71-B756-45A8-B3FD-BED90A67B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831C94-584C-4518-A242-79EFB821D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DF6595-D4AA-4ED6-B9B9-E04A711B1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36540D-F8D8-4B06-B44B-CC71A2F1D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96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A7C41-C693-486A-A30A-011DC5CE26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ExDB_try</a:t>
            </a:r>
            <a:r>
              <a:rPr lang="en-US" altLang="ko-KR" dirty="0"/>
              <a:t> </a:t>
            </a:r>
            <a:r>
              <a:rPr lang="ko-KR" altLang="en-US" dirty="0"/>
              <a:t>가이드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D9499D-6F3B-4421-A911-71FE5F70D5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algn="r"/>
            <a:r>
              <a:rPr lang="ko-KR" altLang="en-US" dirty="0"/>
              <a:t>교사 최선경</a:t>
            </a:r>
          </a:p>
        </p:txBody>
      </p:sp>
    </p:spTree>
    <p:extLst>
      <p:ext uri="{BB962C8B-B14F-4D97-AF65-F5344CB8AC3E}">
        <p14:creationId xmlns:p14="http://schemas.microsoft.com/office/powerpoint/2010/main" val="214166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D3227-2E46-46A2-B7AB-4D6B74B4D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85" y="200202"/>
            <a:ext cx="10515600" cy="1325563"/>
          </a:xfrm>
        </p:spPr>
        <p:txBody>
          <a:bodyPr/>
          <a:lstStyle/>
          <a:p>
            <a:r>
              <a:rPr lang="ko-KR" altLang="en-US" dirty="0" err="1"/>
              <a:t>설치되어있는</a:t>
            </a:r>
            <a:r>
              <a:rPr lang="ko-KR" altLang="en-US" dirty="0"/>
              <a:t> </a:t>
            </a:r>
            <a:r>
              <a:rPr lang="en-US" altLang="ko-KR" dirty="0"/>
              <a:t>DB</a:t>
            </a:r>
            <a:r>
              <a:rPr lang="ko-KR" altLang="en-US" dirty="0"/>
              <a:t>연결 </a:t>
            </a:r>
            <a:r>
              <a:rPr lang="en-US" altLang="ko-KR" dirty="0"/>
              <a:t>___ Oracle</a:t>
            </a:r>
            <a:r>
              <a:rPr lang="ko-KR" altLang="en-US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24559E-952E-4D9D-92E0-C5DFCBF48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F2AC6A-6CA8-41A6-AAA7-284DC9EC4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34" y="2466840"/>
            <a:ext cx="5992061" cy="19243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D62FFD9-6A0A-4485-81E4-616E257FE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505" y="1525765"/>
            <a:ext cx="4578785" cy="5015225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74D631D-EA2A-414F-A155-BEFC3A498EC3}"/>
              </a:ext>
            </a:extLst>
          </p:cNvPr>
          <p:cNvSpPr/>
          <p:nvPr/>
        </p:nvSpPr>
        <p:spPr>
          <a:xfrm>
            <a:off x="1995854" y="2927838"/>
            <a:ext cx="1670538" cy="3868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1563BCE-0C1A-4588-B979-1C668D1ADCCC}"/>
              </a:ext>
            </a:extLst>
          </p:cNvPr>
          <p:cNvSpPr/>
          <p:nvPr/>
        </p:nvSpPr>
        <p:spPr>
          <a:xfrm>
            <a:off x="6658708" y="3683979"/>
            <a:ext cx="1227992" cy="2966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BBB498D-B44D-427B-9C62-4BC6756263ED}"/>
              </a:ext>
            </a:extLst>
          </p:cNvPr>
          <p:cNvSpPr/>
          <p:nvPr/>
        </p:nvSpPr>
        <p:spPr>
          <a:xfrm>
            <a:off x="8329246" y="6089961"/>
            <a:ext cx="1131277" cy="3868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363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AADB1-7AD5-42CB-B641-F8E579792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092" y="329955"/>
            <a:ext cx="6113585" cy="1325563"/>
          </a:xfrm>
        </p:spPr>
        <p:txBody>
          <a:bodyPr/>
          <a:lstStyle/>
          <a:p>
            <a:r>
              <a:rPr lang="en-US" altLang="ko-KR" dirty="0"/>
              <a:t>Oracle 11g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ECA2DB7-23B0-470B-8E4A-D035AE15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256374"/>
            <a:ext cx="5696745" cy="62397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38A3681-00EF-4D15-AF2F-AE06677E4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563" y="1960685"/>
            <a:ext cx="5300659" cy="3865717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B85E534-A927-47B9-AAC5-737492997A9B}"/>
              </a:ext>
            </a:extLst>
          </p:cNvPr>
          <p:cNvSpPr/>
          <p:nvPr/>
        </p:nvSpPr>
        <p:spPr>
          <a:xfrm>
            <a:off x="5436576" y="1462087"/>
            <a:ext cx="427893" cy="3868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C9522AD-250F-4681-8390-4AA1BAD6AC4B}"/>
              </a:ext>
            </a:extLst>
          </p:cNvPr>
          <p:cNvSpPr/>
          <p:nvPr/>
        </p:nvSpPr>
        <p:spPr>
          <a:xfrm>
            <a:off x="4964723" y="3597590"/>
            <a:ext cx="4601308" cy="2886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05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41A5F8-C498-4C82-94C5-D9C099EFC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b="1" dirty="0" err="1">
                <a:solidFill>
                  <a:schemeClr val="accent6">
                    <a:lumMod val="75000"/>
                  </a:schemeClr>
                </a:solidFill>
              </a:rPr>
              <a:t>O</a:t>
            </a:r>
            <a:r>
              <a:rPr lang="en-US" altLang="ko-KR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racle</a:t>
            </a:r>
            <a:r>
              <a:rPr lang="en-US" altLang="ko-KR" b="1" dirty="0" err="1">
                <a:solidFill>
                  <a:schemeClr val="accent6">
                    <a:lumMod val="75000"/>
                  </a:schemeClr>
                </a:solidFill>
              </a:rPr>
              <a:t>J</a:t>
            </a:r>
            <a:r>
              <a:rPr lang="en-US" altLang="ko-KR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ava</a:t>
            </a:r>
            <a:r>
              <a:rPr lang="en-US" altLang="ko-KR" b="1" dirty="0" err="1">
                <a:solidFill>
                  <a:schemeClr val="accent6">
                    <a:lumMod val="75000"/>
                  </a:schemeClr>
                </a:solidFill>
              </a:rPr>
              <a:t>D</a:t>
            </a:r>
            <a:r>
              <a:rPr lang="en-US" altLang="ko-KR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ata</a:t>
            </a:r>
            <a:r>
              <a:rPr lang="en-US" altLang="ko-KR" b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altLang="ko-KR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ase</a:t>
            </a:r>
            <a:r>
              <a:rPr lang="en-US" altLang="ko-KR" b="1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altLang="ko-KR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onnect</a:t>
            </a:r>
            <a:r>
              <a:rPr lang="en-US" altLang="ko-KR" dirty="0"/>
              <a:t> 6</a:t>
            </a:r>
            <a:r>
              <a:rPr lang="ko-KR" altLang="en-US" dirty="0"/>
              <a:t>버전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68E2743-0FEC-4646-B98C-B6BF24310FA0}"/>
              </a:ext>
            </a:extLst>
          </p:cNvPr>
          <p:cNvGrpSpPr/>
          <p:nvPr/>
        </p:nvGrpSpPr>
        <p:grpSpPr>
          <a:xfrm>
            <a:off x="2175338" y="1455174"/>
            <a:ext cx="6339397" cy="4502771"/>
            <a:chOff x="366202" y="1226411"/>
            <a:chExt cx="5220559" cy="380730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8056A90-A5CC-47BB-8549-4CB673C6F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6202" y="1226411"/>
              <a:ext cx="5220559" cy="3807301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56E1CC5E-312E-41D6-ADDA-ACBB9C431CDE}"/>
                </a:ext>
              </a:extLst>
            </p:cNvPr>
            <p:cNvSpPr/>
            <p:nvPr/>
          </p:nvSpPr>
          <p:spPr>
            <a:xfrm>
              <a:off x="997522" y="2131460"/>
              <a:ext cx="762000" cy="46227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C60EA0E-4424-4FE8-8297-C7B6E848C588}"/>
                </a:ext>
              </a:extLst>
            </p:cNvPr>
            <p:cNvSpPr/>
            <p:nvPr/>
          </p:nvSpPr>
          <p:spPr>
            <a:xfrm>
              <a:off x="4292408" y="2655276"/>
              <a:ext cx="1294353" cy="386861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83859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D2AC2-604C-4F1E-BCA9-CCF3557A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경우</a:t>
            </a:r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1&gt; </a:t>
            </a:r>
            <a:r>
              <a:rPr lang="ko-KR" altLang="en-US" b="1" dirty="0" err="1">
                <a:solidFill>
                  <a:schemeClr val="accent4">
                    <a:lumMod val="75000"/>
                  </a:schemeClr>
                </a:solidFill>
              </a:rPr>
              <a:t>양영고</a:t>
            </a:r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 교육장환경 </a:t>
            </a:r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ojdbc6 </a:t>
            </a:r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경로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E520AE0-0421-4B42-B32D-3EAA20FD8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863" y="1514168"/>
            <a:ext cx="9660838" cy="4562063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B3EC262-49C3-429B-A129-659FF062D627}"/>
              </a:ext>
            </a:extLst>
          </p:cNvPr>
          <p:cNvSpPr/>
          <p:nvPr/>
        </p:nvSpPr>
        <p:spPr>
          <a:xfrm>
            <a:off x="838200" y="4074540"/>
            <a:ext cx="4232152" cy="46227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378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5B611-7384-4ACA-A44F-8C4C36C43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경우</a:t>
            </a:r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2&gt; </a:t>
            </a:r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가정</a:t>
            </a:r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pc</a:t>
            </a:r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에서 환경 </a:t>
            </a:r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ojdbc6 </a:t>
            </a:r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경로 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3C317DE-2B2B-4A82-96DA-E8410B1AC5D5}"/>
              </a:ext>
            </a:extLst>
          </p:cNvPr>
          <p:cNvGrpSpPr/>
          <p:nvPr/>
        </p:nvGrpSpPr>
        <p:grpSpPr>
          <a:xfrm>
            <a:off x="1815848" y="1503875"/>
            <a:ext cx="8560304" cy="4802187"/>
            <a:chOff x="4669975" y="2286830"/>
            <a:chExt cx="8078872" cy="436835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0133C04-EA42-4EEE-B1E5-DE80D01C5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9975" y="2286830"/>
              <a:ext cx="8078872" cy="4368357"/>
            </a:xfrm>
            <a:prstGeom prst="rect">
              <a:avLst/>
            </a:prstGeom>
          </p:spPr>
        </p:pic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60CEDA78-D31D-4591-8E50-40A2C8B0CE20}"/>
                </a:ext>
              </a:extLst>
            </p:cNvPr>
            <p:cNvSpPr/>
            <p:nvPr/>
          </p:nvSpPr>
          <p:spPr>
            <a:xfrm>
              <a:off x="6605241" y="3668928"/>
              <a:ext cx="2473570" cy="37434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2A22B6E-B6CC-444D-BC0C-4E094BF2119E}"/>
                </a:ext>
              </a:extLst>
            </p:cNvPr>
            <p:cNvSpPr/>
            <p:nvPr/>
          </p:nvSpPr>
          <p:spPr>
            <a:xfrm>
              <a:off x="10629900" y="6254459"/>
              <a:ext cx="1146824" cy="35735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8CF03F58-B961-4F01-9A2B-BA1B20E149B5}"/>
                </a:ext>
              </a:extLst>
            </p:cNvPr>
            <p:cNvSpPr/>
            <p:nvPr/>
          </p:nvSpPr>
          <p:spPr>
            <a:xfrm>
              <a:off x="5747117" y="2511211"/>
              <a:ext cx="4232152" cy="462272"/>
            </a:xfrm>
            <a:prstGeom prst="roundRect">
              <a:avLst/>
            </a:prstGeom>
            <a:solidFill>
              <a:srgbClr val="FF0000">
                <a:alpha val="25098"/>
              </a:srgb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3504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34A01-6EEC-4783-87BF-0313C29D0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연결</a:t>
            </a:r>
            <a:r>
              <a:rPr lang="en-US" altLang="ko-KR" dirty="0"/>
              <a:t>Driver </a:t>
            </a:r>
            <a:r>
              <a:rPr lang="ko-KR" altLang="en-US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08BA10-3D82-4024-9E1D-906858144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15" y="1890346"/>
            <a:ext cx="5734285" cy="41819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442CAC-5655-4978-9013-85562F660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609" y="253129"/>
            <a:ext cx="5696745" cy="6239746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E5EFE53-47C9-4C26-9C12-7BF13E4E693D}"/>
              </a:ext>
            </a:extLst>
          </p:cNvPr>
          <p:cNvSpPr/>
          <p:nvPr/>
        </p:nvSpPr>
        <p:spPr>
          <a:xfrm>
            <a:off x="361715" y="3429000"/>
            <a:ext cx="4368547" cy="462272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98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CEF4D62-215A-439C-B68F-464D841A0D9D}"/>
              </a:ext>
            </a:extLst>
          </p:cNvPr>
          <p:cNvSpPr/>
          <p:nvPr/>
        </p:nvSpPr>
        <p:spPr>
          <a:xfrm>
            <a:off x="3965331" y="5603828"/>
            <a:ext cx="1146824" cy="3573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446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29E11-9C2F-4D32-B9A1-416D7916F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6" y="66333"/>
            <a:ext cx="2396613" cy="1772299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경우</a:t>
            </a:r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1&gt; </a:t>
            </a:r>
            <a:b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ko-KR" altLang="en-US" b="1" dirty="0" err="1">
                <a:solidFill>
                  <a:schemeClr val="accent4">
                    <a:lumMod val="75000"/>
                  </a:schemeClr>
                </a:solidFill>
              </a:rPr>
              <a:t>양영고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C83047-8EBF-4D62-B3A7-AADC54DEF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223" y="161424"/>
            <a:ext cx="7189293" cy="604612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F152430-E33D-4092-9029-13139885ABEA}"/>
              </a:ext>
            </a:extLst>
          </p:cNvPr>
          <p:cNvSpPr/>
          <p:nvPr/>
        </p:nvSpPr>
        <p:spPr>
          <a:xfrm>
            <a:off x="5092164" y="2617932"/>
            <a:ext cx="4199319" cy="320276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5098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397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17D2D-BF1D-45D8-97C0-BFD104E51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1" y="3019506"/>
            <a:ext cx="3359935" cy="1325563"/>
          </a:xfrm>
        </p:spPr>
        <p:txBody>
          <a:bodyPr>
            <a:normAutofit/>
          </a:bodyPr>
          <a:lstStyle/>
          <a:p>
            <a:r>
              <a:rPr lang="en-US" altLang="ko-KR" sz="3500" dirty="0">
                <a:solidFill>
                  <a:schemeClr val="accent5">
                    <a:lumMod val="75000"/>
                  </a:schemeClr>
                </a:solidFill>
              </a:rPr>
              <a:t>User name: </a:t>
            </a:r>
            <a:r>
              <a:rPr lang="en-US" altLang="ko-KR" sz="3500" dirty="0" err="1">
                <a:solidFill>
                  <a:schemeClr val="accent5">
                    <a:lumMod val="75000"/>
                  </a:schemeClr>
                </a:solidFill>
              </a:rPr>
              <a:t>hr</a:t>
            </a:r>
            <a:r>
              <a:rPr lang="en-US" altLang="ko-KR" sz="3500" dirty="0">
                <a:solidFill>
                  <a:schemeClr val="accent5">
                    <a:lumMod val="75000"/>
                  </a:schemeClr>
                </a:solidFill>
              </a:rPr>
              <a:t>      </a:t>
            </a:r>
            <a:br>
              <a:rPr lang="en-US" altLang="ko-KR" sz="35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altLang="ko-KR" sz="3500" dirty="0">
                <a:solidFill>
                  <a:schemeClr val="accent5">
                    <a:lumMod val="75000"/>
                  </a:schemeClr>
                </a:solidFill>
              </a:rPr>
              <a:t>Password  : </a:t>
            </a:r>
            <a:r>
              <a:rPr lang="en-US" altLang="ko-KR" sz="3500" dirty="0" err="1">
                <a:solidFill>
                  <a:schemeClr val="accent5">
                    <a:lumMod val="75000"/>
                  </a:schemeClr>
                </a:solidFill>
              </a:rPr>
              <a:t>hr</a:t>
            </a:r>
            <a:endParaRPr lang="ko-KR" altLang="en-US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1873EE-46BE-4403-BB77-0B8EF5180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605" y="112997"/>
            <a:ext cx="5307152" cy="58130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BFEE77-AE17-4879-BF2A-82F95D3BC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010" y="4668165"/>
            <a:ext cx="3549915" cy="1056173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C80A7290-8E65-44A6-A068-94443F1F328A}"/>
              </a:ext>
            </a:extLst>
          </p:cNvPr>
          <p:cNvSpPr txBox="1">
            <a:spLocks/>
          </p:cNvSpPr>
          <p:nvPr/>
        </p:nvSpPr>
        <p:spPr>
          <a:xfrm>
            <a:off x="8782742" y="3165229"/>
            <a:ext cx="3070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500" dirty="0">
                <a:solidFill>
                  <a:schemeClr val="accent5">
                    <a:lumMod val="75000"/>
                  </a:schemeClr>
                </a:solidFill>
              </a:rPr>
              <a:t>서버연결확인 </a:t>
            </a:r>
            <a:endParaRPr lang="en-US" altLang="ko-KR" sz="35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ko-KR" sz="3500" dirty="0">
                <a:solidFill>
                  <a:schemeClr val="accent5">
                    <a:lumMod val="75000"/>
                  </a:schemeClr>
                </a:solidFill>
              </a:rPr>
              <a:t>Ping</a:t>
            </a:r>
            <a:endParaRPr lang="ko-KR" altLang="en-US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72ECB07-341C-48FF-B67E-90713E18ACE4}"/>
              </a:ext>
            </a:extLst>
          </p:cNvPr>
          <p:cNvSpPr/>
          <p:nvPr/>
        </p:nvSpPr>
        <p:spPr>
          <a:xfrm>
            <a:off x="4413739" y="1890345"/>
            <a:ext cx="3497232" cy="2549769"/>
          </a:xfrm>
          <a:prstGeom prst="roundRect">
            <a:avLst/>
          </a:prstGeom>
          <a:solidFill>
            <a:srgbClr val="FF0000">
              <a:alpha val="25098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DFCE469-D37B-4F22-8B5F-E9366BBB1854}"/>
              </a:ext>
            </a:extLst>
          </p:cNvPr>
          <p:cNvSpPr/>
          <p:nvPr/>
        </p:nvSpPr>
        <p:spPr>
          <a:xfrm>
            <a:off x="7139353" y="4724598"/>
            <a:ext cx="1300403" cy="42769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CBD82E12-B592-42F2-B568-B6A968C7A5E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307152" cy="1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경우</a:t>
            </a:r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2&gt; </a:t>
            </a:r>
          </a:p>
          <a:p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가정</a:t>
            </a:r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pc</a:t>
            </a:r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에서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104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B6FC0-3D00-4AE3-B11B-51387F5E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오라클 </a:t>
            </a:r>
            <a:r>
              <a:rPr lang="en-US" altLang="ko-KR" dirty="0" err="1"/>
              <a:t>xe</a:t>
            </a:r>
            <a:r>
              <a:rPr lang="ko-KR" altLang="en-US" dirty="0"/>
              <a:t>가 연결된 모습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933452-1552-45D1-841D-BEADA9927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078" y="2224453"/>
            <a:ext cx="7087843" cy="274129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08EB61A-2AF1-4E89-A66D-28B70FB5885D}"/>
              </a:ext>
            </a:extLst>
          </p:cNvPr>
          <p:cNvSpPr/>
          <p:nvPr/>
        </p:nvSpPr>
        <p:spPr>
          <a:xfrm>
            <a:off x="2331191" y="2831123"/>
            <a:ext cx="5872032" cy="9144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5098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016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982AE-10C3-465E-A8C3-7D1B70B2B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쿼리창</a:t>
            </a:r>
            <a:r>
              <a:rPr lang="ko-KR" altLang="en-US" dirty="0"/>
              <a:t> </a:t>
            </a:r>
            <a:r>
              <a:rPr lang="en-US" altLang="ko-KR" dirty="0"/>
              <a:t>OPEN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D0488A-9829-420D-9985-13CFA1CD0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35" y="2369203"/>
            <a:ext cx="6109638" cy="29460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995E110-3C24-4EE7-9EAC-C3056B035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751" y="365125"/>
            <a:ext cx="5346349" cy="3587262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3DB694B-8951-40E9-9D8E-2B288DCAE1F3}"/>
              </a:ext>
            </a:extLst>
          </p:cNvPr>
          <p:cNvSpPr/>
          <p:nvPr/>
        </p:nvSpPr>
        <p:spPr>
          <a:xfrm>
            <a:off x="4389123" y="2778369"/>
            <a:ext cx="824715" cy="7473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649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0FD00-94FD-4AC4-941D-B64FB12F6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en-US" altLang="ko-KR" dirty="0"/>
              <a:t>Query</a:t>
            </a:r>
            <a:r>
              <a:rPr lang="ko-KR" altLang="en-US" dirty="0"/>
              <a:t> 테스트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F59663-7C8F-405E-9D36-12AC46CFA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985" y="81539"/>
            <a:ext cx="5770588" cy="39202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304553-7905-44F2-8EE2-0022C4C8E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49" y="4065636"/>
            <a:ext cx="8483177" cy="18510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B9A453C-02C8-434A-BA84-D026A5B0C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349" y="4700996"/>
            <a:ext cx="3815141" cy="16516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05C3FA5-CA29-4592-BD51-5FD846879DC5}"/>
              </a:ext>
            </a:extLst>
          </p:cNvPr>
          <p:cNvSpPr/>
          <p:nvPr/>
        </p:nvSpPr>
        <p:spPr>
          <a:xfrm>
            <a:off x="4653349" y="795971"/>
            <a:ext cx="1914505" cy="3743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EC11469-22F0-4390-ADF6-DD34E447D865}"/>
              </a:ext>
            </a:extLst>
          </p:cNvPr>
          <p:cNvSpPr/>
          <p:nvPr/>
        </p:nvSpPr>
        <p:spPr>
          <a:xfrm>
            <a:off x="6279926" y="2190746"/>
            <a:ext cx="3716928" cy="3743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7BC613B-58EA-48E8-92D1-121795FCB375}"/>
              </a:ext>
            </a:extLst>
          </p:cNvPr>
          <p:cNvSpPr/>
          <p:nvPr/>
        </p:nvSpPr>
        <p:spPr>
          <a:xfrm>
            <a:off x="165549" y="4238723"/>
            <a:ext cx="5341921" cy="1054245"/>
          </a:xfrm>
          <a:prstGeom prst="roundRect">
            <a:avLst/>
          </a:prstGeom>
          <a:solidFill>
            <a:srgbClr val="FFC000">
              <a:alpha val="25098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F79B7C3-6D65-4B74-9C42-6400D8510E1B}"/>
              </a:ext>
            </a:extLst>
          </p:cNvPr>
          <p:cNvSpPr/>
          <p:nvPr/>
        </p:nvSpPr>
        <p:spPr>
          <a:xfrm>
            <a:off x="7587761" y="4612434"/>
            <a:ext cx="3640015" cy="185101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5098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23F68E0-196E-49F8-B5C8-D25F4CF31880}"/>
              </a:ext>
            </a:extLst>
          </p:cNvPr>
          <p:cNvSpPr/>
          <p:nvPr/>
        </p:nvSpPr>
        <p:spPr>
          <a:xfrm>
            <a:off x="5507470" y="4448332"/>
            <a:ext cx="1563800" cy="1468315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98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503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4F5FD86-6705-468C-8F47-57795A690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98" y="546853"/>
            <a:ext cx="6439753" cy="24249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2F5FA1-5366-4433-A6AE-03D468D76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318" y="3953619"/>
            <a:ext cx="5487166" cy="18580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55031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757E17F-C54D-4292-A45E-C429EC521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85" y="1267532"/>
            <a:ext cx="8991600" cy="12550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0AA9DC7-6857-45A0-B99E-80AB17F16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931" y="4022783"/>
            <a:ext cx="6975810" cy="11646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6515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1FF11-7B5F-4BC3-A693-7B178FA8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60" y="4638187"/>
            <a:ext cx="10515600" cy="1325563"/>
          </a:xfrm>
        </p:spPr>
        <p:txBody>
          <a:bodyPr/>
          <a:lstStyle/>
          <a:p>
            <a:r>
              <a:rPr lang="ko-KR" altLang="en-US" dirty="0"/>
              <a:t>이제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교재 </a:t>
            </a:r>
            <a:r>
              <a:rPr lang="en-US" altLang="ko-KR" dirty="0"/>
              <a:t>129page</a:t>
            </a:r>
            <a:r>
              <a:rPr lang="ko-KR" altLang="en-US" dirty="0"/>
              <a:t>의 쿼리를 따라해보자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B64E89-6103-4A63-85CD-32344F97A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75" y="824305"/>
            <a:ext cx="6360373" cy="10160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C45835-1272-4852-9E22-F3A5306F7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668" y="2569695"/>
            <a:ext cx="5587655" cy="154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57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B13DBF6-0D77-43B3-83EA-619D0E8B5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45" y="884903"/>
            <a:ext cx="10136812" cy="483177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CD1CB1C-B913-4133-85B6-576496FEFB2D}"/>
              </a:ext>
            </a:extLst>
          </p:cNvPr>
          <p:cNvSpPr/>
          <p:nvPr/>
        </p:nvSpPr>
        <p:spPr>
          <a:xfrm>
            <a:off x="1358256" y="3779740"/>
            <a:ext cx="1906053" cy="359642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98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52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75</Words>
  <Application>Microsoft Office PowerPoint</Application>
  <PresentationFormat>와이드스크린</PresentationFormat>
  <Paragraphs>22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ExDB_try 가이드</vt:lpstr>
      <vt:lpstr>설치되어있는 DB연결 ___ Oracle사용</vt:lpstr>
      <vt:lpstr>Oracle 11g</vt:lpstr>
      <vt:lpstr>OracleJavaDataBaseConnect 6버전</vt:lpstr>
      <vt:lpstr>경우1&gt; 양영고 교육장환경 ojdbc6 경로 </vt:lpstr>
      <vt:lpstr>경우2&gt; 가정pc에서 환경 ojdbc6 경로 </vt:lpstr>
      <vt:lpstr>연결Driver 설정</vt:lpstr>
      <vt:lpstr>경우1&gt;  양영고</vt:lpstr>
      <vt:lpstr>User name: hr       Password  : hr</vt:lpstr>
      <vt:lpstr>오라클 xe가 연결된 모습</vt:lpstr>
      <vt:lpstr>쿼리창 OPEN</vt:lpstr>
      <vt:lpstr>Query 테스트</vt:lpstr>
      <vt:lpstr>PowerPoint 프레젠테이션</vt:lpstr>
      <vt:lpstr>PowerPoint 프레젠테이션</vt:lpstr>
      <vt:lpstr>이제,  교재 129page의 쿼리를 따라해보자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ChoiSunKyoung</dc:creator>
  <cp:lastModifiedBy>ChoiSunKyoung</cp:lastModifiedBy>
  <cp:revision>12</cp:revision>
  <dcterms:created xsi:type="dcterms:W3CDTF">2022-03-09T14:09:02Z</dcterms:created>
  <dcterms:modified xsi:type="dcterms:W3CDTF">2022-03-10T07:41:11Z</dcterms:modified>
</cp:coreProperties>
</file>